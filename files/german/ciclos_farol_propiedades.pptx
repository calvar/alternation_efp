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81" r:id="rId3"/>
    <p:sldId id="282" r:id="rId4"/>
    <p:sldId id="283" r:id="rId5"/>
    <p:sldId id="285" r:id="rId6"/>
    <p:sldId id="287" r:id="rId7"/>
    <p:sldId id="289" r:id="rId8"/>
    <p:sldId id="292" r:id="rId9"/>
    <p:sldId id="293" r:id="rId10"/>
    <p:sldId id="271" r:id="rId11"/>
    <p:sldId id="276" r:id="rId12"/>
    <p:sldId id="273" r:id="rId13"/>
    <p:sldId id="259" r:id="rId14"/>
    <p:sldId id="274" r:id="rId15"/>
    <p:sldId id="260" r:id="rId16"/>
    <p:sldId id="275" r:id="rId17"/>
    <p:sldId id="261" r:id="rId18"/>
    <p:sldId id="277" r:id="rId19"/>
    <p:sldId id="279" r:id="rId20"/>
    <p:sldId id="278" r:id="rId21"/>
    <p:sldId id="280" r:id="rId22"/>
    <p:sldId id="269" r:id="rId23"/>
    <p:sldId id="270" r:id="rId24"/>
    <p:sldId id="272" r:id="rId25"/>
    <p:sldId id="290" r:id="rId26"/>
    <p:sldId id="291" r:id="rId27"/>
    <p:sldId id="257" r:id="rId28"/>
    <p:sldId id="310" r:id="rId29"/>
    <p:sldId id="312" r:id="rId30"/>
    <p:sldId id="313" r:id="rId31"/>
    <p:sldId id="318" r:id="rId32"/>
    <p:sldId id="322" r:id="rId33"/>
    <p:sldId id="319" r:id="rId34"/>
    <p:sldId id="320" r:id="rId35"/>
    <p:sldId id="321" r:id="rId36"/>
    <p:sldId id="326" r:id="rId37"/>
    <p:sldId id="327" r:id="rId38"/>
    <p:sldId id="373" r:id="rId39"/>
    <p:sldId id="372" r:id="rId40"/>
    <p:sldId id="366" r:id="rId41"/>
    <p:sldId id="368" r:id="rId42"/>
    <p:sldId id="394" r:id="rId43"/>
    <p:sldId id="367" r:id="rId44"/>
    <p:sldId id="369" r:id="rId45"/>
    <p:sldId id="395" r:id="rId46"/>
    <p:sldId id="370" r:id="rId47"/>
    <p:sldId id="371" r:id="rId48"/>
    <p:sldId id="328" r:id="rId49"/>
    <p:sldId id="329" r:id="rId50"/>
    <p:sldId id="330" r:id="rId51"/>
    <p:sldId id="331" r:id="rId52"/>
    <p:sldId id="332" r:id="rId53"/>
    <p:sldId id="333" r:id="rId54"/>
    <p:sldId id="334" r:id="rId55"/>
    <p:sldId id="335" r:id="rId56"/>
    <p:sldId id="336" r:id="rId57"/>
    <p:sldId id="376" r:id="rId58"/>
    <p:sldId id="375" r:id="rId59"/>
    <p:sldId id="344" r:id="rId60"/>
    <p:sldId id="345" r:id="rId61"/>
    <p:sldId id="343" r:id="rId62"/>
    <p:sldId id="346" r:id="rId63"/>
    <p:sldId id="347" r:id="rId64"/>
    <p:sldId id="348" r:id="rId65"/>
    <p:sldId id="349" r:id="rId66"/>
    <p:sldId id="350" r:id="rId67"/>
    <p:sldId id="351" r:id="rId68"/>
    <p:sldId id="352" r:id="rId69"/>
    <p:sldId id="353" r:id="rId70"/>
    <p:sldId id="354" r:id="rId71"/>
    <p:sldId id="355" r:id="rId72"/>
    <p:sldId id="356" r:id="rId73"/>
    <p:sldId id="337" r:id="rId74"/>
    <p:sldId id="357" r:id="rId75"/>
    <p:sldId id="358" r:id="rId76"/>
    <p:sldId id="359" r:id="rId77"/>
    <p:sldId id="360" r:id="rId78"/>
    <p:sldId id="338" r:id="rId79"/>
    <p:sldId id="374" r:id="rId80"/>
    <p:sldId id="377" r:id="rId81"/>
    <p:sldId id="363" r:id="rId82"/>
    <p:sldId id="384" r:id="rId83"/>
    <p:sldId id="385" r:id="rId84"/>
    <p:sldId id="386" r:id="rId85"/>
    <p:sldId id="387" r:id="rId86"/>
    <p:sldId id="383" r:id="rId87"/>
    <p:sldId id="382" r:id="rId88"/>
    <p:sldId id="364" r:id="rId89"/>
    <p:sldId id="388" r:id="rId90"/>
    <p:sldId id="389" r:id="rId91"/>
    <p:sldId id="390" r:id="rId92"/>
    <p:sldId id="365" r:id="rId93"/>
    <p:sldId id="391" r:id="rId94"/>
    <p:sldId id="392" r:id="rId95"/>
    <p:sldId id="393" r:id="rId9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5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579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358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242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9722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6517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568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477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976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812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139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694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252F5-2B38-4AB6-8AA2-3B15FDE93D01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59001-E4D2-4D4A-9BE0-D39E8C075B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915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947387" y="2530136"/>
            <a:ext cx="6649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 DE ASIGNACIÓN DE TURNOS</a:t>
            </a:r>
            <a:endParaRPr lang="es-CO" sz="30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4927109" y="1395275"/>
            <a:ext cx="26899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0" b="1" dirty="0" smtClean="0"/>
              <a:t>EL FAROL</a:t>
            </a:r>
            <a:endParaRPr lang="es-CO" sz="5000" b="1" dirty="0"/>
          </a:p>
        </p:txBody>
      </p:sp>
    </p:spTree>
    <p:extLst>
      <p:ext uri="{BB962C8B-B14F-4D97-AF65-F5344CB8AC3E}">
        <p14:creationId xmlns:p14="http://schemas.microsoft.com/office/powerpoint/2010/main" val="2276508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17" name="CuadroTexto 16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37058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3666500">
            <a:off x="4994152" y="1565620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CuadroTexto 22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24" name="CuadroTexto 23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857957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3666500">
            <a:off x="4994152" y="1565620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uadroTexto 21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446778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0800000">
            <a:off x="4141897" y="3012681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uadroTexto 29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31" name="CuadroTexto 30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761405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7933500" flipH="1">
            <a:off x="3289637" y="1547865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CuadroTexto 37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39" name="CuadroTexto 38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432209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3666500">
            <a:off x="4994152" y="1565620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CuadroTexto 42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4" name="CuadroTexto 43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49382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0800000">
            <a:off x="4141897" y="3012681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uadroTexto 11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745129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7933500" flipH="1">
            <a:off x="3289637" y="1547865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uadroTexto 11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734636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" name="Grupo 2"/>
          <p:cNvGrpSpPr/>
          <p:nvPr/>
        </p:nvGrpSpPr>
        <p:grpSpPr>
          <a:xfrm>
            <a:off x="138087" y="195852"/>
            <a:ext cx="1906047" cy="6304442"/>
            <a:chOff x="138087" y="195852"/>
            <a:chExt cx="1906047" cy="6304442"/>
          </a:xfrm>
        </p:grpSpPr>
        <p:sp>
          <p:nvSpPr>
            <p:cNvPr id="2" name="Rectángulo 1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Rectángulo 11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Rectángulo 14"/>
            <p:cNvSpPr/>
            <p:nvPr/>
          </p:nvSpPr>
          <p:spPr>
            <a:xfrm>
              <a:off x="143660" y="4920069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6" name="CuadroTexto 15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17" name="CuadroTexto 16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18" name="CuadroTexto 17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82402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3666500">
            <a:off x="4994152" y="1565620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o 15"/>
          <p:cNvGrpSpPr/>
          <p:nvPr/>
        </p:nvGrpSpPr>
        <p:grpSpPr>
          <a:xfrm>
            <a:off x="138087" y="195852"/>
            <a:ext cx="1906047" cy="6304442"/>
            <a:chOff x="138087" y="195852"/>
            <a:chExt cx="1906047" cy="6304442"/>
          </a:xfrm>
        </p:grpSpPr>
        <p:sp>
          <p:nvSpPr>
            <p:cNvPr id="18" name="Rectángulo 17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Rectángulo 18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Rectángulo 19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/>
            <p:cNvSpPr/>
            <p:nvPr/>
          </p:nvSpPr>
          <p:spPr>
            <a:xfrm>
              <a:off x="143660" y="4920069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7" name="CuadroTexto 26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28" name="CuadroTexto 27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29" name="CuadroTexto 28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07281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3666500">
            <a:off x="4994152" y="1565620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o 15"/>
          <p:cNvGrpSpPr/>
          <p:nvPr/>
        </p:nvGrpSpPr>
        <p:grpSpPr>
          <a:xfrm>
            <a:off x="138087" y="195852"/>
            <a:ext cx="1906047" cy="6304442"/>
            <a:chOff x="138087" y="195852"/>
            <a:chExt cx="1906047" cy="6304442"/>
          </a:xfrm>
        </p:grpSpPr>
        <p:sp>
          <p:nvSpPr>
            <p:cNvPr id="18" name="Rectángulo 17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Rectángulo 18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Rectángulo 19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/>
            <p:cNvSpPr/>
            <p:nvPr/>
          </p:nvSpPr>
          <p:spPr>
            <a:xfrm>
              <a:off x="143660" y="4920069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22" name="Elipse 21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Elipse 26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Elipse 27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31" name="CuadroTexto 30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32" name="CuadroTexto 31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33" name="CuadroTexto 32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3836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0800000">
            <a:off x="4141897" y="3012681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o 15"/>
          <p:cNvGrpSpPr/>
          <p:nvPr/>
        </p:nvGrpSpPr>
        <p:grpSpPr>
          <a:xfrm>
            <a:off x="138087" y="195852"/>
            <a:ext cx="1906047" cy="6304442"/>
            <a:chOff x="138087" y="195852"/>
            <a:chExt cx="1906047" cy="6304442"/>
          </a:xfrm>
        </p:grpSpPr>
        <p:sp>
          <p:nvSpPr>
            <p:cNvPr id="18" name="Rectángulo 17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Rectángulo 18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Rectángulo 19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/>
            <p:cNvSpPr/>
            <p:nvPr/>
          </p:nvSpPr>
          <p:spPr>
            <a:xfrm>
              <a:off x="143660" y="4920069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23" name="Elipse 22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Elipse 26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Elipse 27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38" name="CuadroTexto 37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39" name="CuadroTexto 38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40" name="CuadroTexto 39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834457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0800000">
            <a:off x="4141897" y="3012681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o 15"/>
          <p:cNvGrpSpPr/>
          <p:nvPr/>
        </p:nvGrpSpPr>
        <p:grpSpPr>
          <a:xfrm>
            <a:off x="138087" y="195852"/>
            <a:ext cx="1906047" cy="6304442"/>
            <a:chOff x="138087" y="195852"/>
            <a:chExt cx="1906047" cy="6304442"/>
          </a:xfrm>
        </p:grpSpPr>
        <p:sp>
          <p:nvSpPr>
            <p:cNvPr id="18" name="Rectángulo 17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Rectángulo 18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Rectángulo 19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/>
            <p:cNvSpPr/>
            <p:nvPr/>
          </p:nvSpPr>
          <p:spPr>
            <a:xfrm>
              <a:off x="143660" y="4920069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23" name="Elipse 22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Elipse 26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Elipse 27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31" name="Elipse 30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5" name="Elipse 34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6" name="Elipse 35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38" name="CuadroTexto 37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39" name="CuadroTexto 38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40" name="CuadroTexto 39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700191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7933500" flipH="1">
            <a:off x="3289637" y="1547865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o 15"/>
          <p:cNvGrpSpPr/>
          <p:nvPr/>
        </p:nvGrpSpPr>
        <p:grpSpPr>
          <a:xfrm>
            <a:off x="138087" y="195852"/>
            <a:ext cx="1906047" cy="6304442"/>
            <a:chOff x="138087" y="195852"/>
            <a:chExt cx="1906047" cy="6304442"/>
          </a:xfrm>
        </p:grpSpPr>
        <p:sp>
          <p:nvSpPr>
            <p:cNvPr id="18" name="Rectángulo 17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Rectángulo 18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Rectángulo 19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/>
            <p:cNvSpPr/>
            <p:nvPr/>
          </p:nvSpPr>
          <p:spPr>
            <a:xfrm>
              <a:off x="143660" y="4920069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23" name="Elipse 22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Elipse 26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Elipse 27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31" name="Elipse 30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5" name="Elipse 34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6" name="Elipse 35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38" name="CuadroTexto 37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39" name="CuadroTexto 38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40" name="CuadroTexto 39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76453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7933500" flipH="1">
            <a:off x="3289637" y="1547865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o 15"/>
          <p:cNvGrpSpPr/>
          <p:nvPr/>
        </p:nvGrpSpPr>
        <p:grpSpPr>
          <a:xfrm>
            <a:off x="138087" y="195852"/>
            <a:ext cx="1906047" cy="6304442"/>
            <a:chOff x="138087" y="195852"/>
            <a:chExt cx="1906047" cy="6304442"/>
          </a:xfrm>
        </p:grpSpPr>
        <p:sp>
          <p:nvSpPr>
            <p:cNvPr id="18" name="Rectángulo 17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Rectángulo 18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Rectángulo 19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/>
            <p:cNvSpPr/>
            <p:nvPr/>
          </p:nvSpPr>
          <p:spPr>
            <a:xfrm>
              <a:off x="143660" y="4920069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23" name="Elipse 22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Elipse 26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Elipse 27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31" name="Elipse 30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5" name="Elipse 34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6" name="Elipse 35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9" name="Elipse 3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Elipse 42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4" name="Elipse 43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Elipse 44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6" name="CuadroTexto 45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7" name="CuadroTexto 46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48" name="CuadroTexto 47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517152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3666500">
            <a:off x="4994152" y="1565620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/>
          <p:cNvGrpSpPr/>
          <p:nvPr/>
        </p:nvGrpSpPr>
        <p:grpSpPr>
          <a:xfrm>
            <a:off x="138087" y="195852"/>
            <a:ext cx="1906047" cy="6304442"/>
            <a:chOff x="138087" y="195852"/>
            <a:chExt cx="1906047" cy="6304442"/>
          </a:xfrm>
        </p:grpSpPr>
        <p:sp>
          <p:nvSpPr>
            <p:cNvPr id="13" name="Rectángulo 12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Rectángulo 17"/>
            <p:cNvSpPr/>
            <p:nvPr/>
          </p:nvSpPr>
          <p:spPr>
            <a:xfrm>
              <a:off x="143660" y="4920069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20" name="Elipse 19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8" name="Elipse 27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6" name="Elipse 35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Elipse 38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3" name="CuadroTexto 42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4" name="CuadroTexto 43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45" name="CuadroTexto 44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849017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3666500">
            <a:off x="4994152" y="1565620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/>
          <p:cNvGrpSpPr/>
          <p:nvPr/>
        </p:nvGrpSpPr>
        <p:grpSpPr>
          <a:xfrm>
            <a:off x="138087" y="195852"/>
            <a:ext cx="1906047" cy="6304442"/>
            <a:chOff x="138087" y="195852"/>
            <a:chExt cx="1906047" cy="6304442"/>
          </a:xfrm>
        </p:grpSpPr>
        <p:sp>
          <p:nvSpPr>
            <p:cNvPr id="13" name="Rectángulo 12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Rectángulo 17"/>
            <p:cNvSpPr/>
            <p:nvPr/>
          </p:nvSpPr>
          <p:spPr>
            <a:xfrm>
              <a:off x="143660" y="4920069"/>
              <a:ext cx="1900473" cy="1580225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20" name="Elipse 19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8" name="Elipse 27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6" name="Elipse 35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Elipse 38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371550" y="5101796"/>
            <a:ext cx="1433543" cy="1282105"/>
            <a:chOff x="7406465" y="2866651"/>
            <a:chExt cx="3624146" cy="3241297"/>
          </a:xfrm>
        </p:grpSpPr>
        <p:sp>
          <p:nvSpPr>
            <p:cNvPr id="44" name="Elipse 43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Elipse 44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6" name="Elipse 45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7" name="Elipse 46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8" name="Elipse 47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9" name="Elipse 48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0" name="Elipse 49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51" name="CuadroTexto 50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52" name="CuadroTexto 51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53" name="CuadroTexto 52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649801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3666500">
            <a:off x="4994152" y="1565620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/>
          <p:cNvGrpSpPr/>
          <p:nvPr/>
        </p:nvGrpSpPr>
        <p:grpSpPr>
          <a:xfrm>
            <a:off x="138087" y="195852"/>
            <a:ext cx="1906047" cy="6304442"/>
            <a:chOff x="138087" y="195852"/>
            <a:chExt cx="1906047" cy="6304442"/>
          </a:xfrm>
        </p:grpSpPr>
        <p:sp>
          <p:nvSpPr>
            <p:cNvPr id="13" name="Rectángulo 12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Rectángulo 17"/>
            <p:cNvSpPr/>
            <p:nvPr/>
          </p:nvSpPr>
          <p:spPr>
            <a:xfrm>
              <a:off x="143660" y="4920069"/>
              <a:ext cx="1900473" cy="1580225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20" name="Elipse 19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8" name="Elipse 27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6" name="Elipse 35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Elipse 38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371550" y="5101796"/>
            <a:ext cx="1433543" cy="1282105"/>
            <a:chOff x="7406465" y="2866651"/>
            <a:chExt cx="3624146" cy="3241297"/>
          </a:xfrm>
        </p:grpSpPr>
        <p:sp>
          <p:nvSpPr>
            <p:cNvPr id="44" name="Elipse 43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Elipse 44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6" name="Elipse 45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7" name="Elipse 46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8" name="Elipse 47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9" name="Elipse 48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0" name="Elipse 49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51" name="CuadroTexto 50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52" name="CuadroTexto 51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53" name="CuadroTexto 52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971707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3666500">
            <a:off x="4994152" y="1565620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3" name="Rectángulo 12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20" name="Elipse 19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8" name="Elipse 27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6" name="Elipse 35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Elipse 38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51" name="CuadroTexto 50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52" name="CuadroTexto 51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53" name="CuadroTexto 52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069081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3666500">
            <a:off x="4994152" y="1565620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3" name="Rectángulo 12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20" name="Elipse 19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8" name="Elipse 27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6" name="Elipse 35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Elipse 38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3" name="CuadroTexto 42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4" name="CuadroTexto 43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45" name="CuadroTexto 44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095324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0800000">
            <a:off x="4141897" y="3012681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3" name="Rectángulo 12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19" name="Elipse 1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Elipse 19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7" name="Elipse 26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Elipse 27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4" name="Grupo 33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5" name="Elipse 34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6" name="Elipse 35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Elipse 38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2" name="CuadroTexto 41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44" name="CuadroTexto 43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372628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7933500" flipH="1">
            <a:off x="3289637" y="1547865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3" name="Rectángulo 12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19" name="Elipse 1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Elipse 19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7" name="Elipse 26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Elipse 27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4" name="Grupo 33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5" name="Elipse 34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6" name="Elipse 35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Elipse 38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2" name="CuadroTexto 41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44" name="CuadroTexto 43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545740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3666500">
            <a:off x="4994152" y="1565620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3" name="Rectángulo 12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19" name="Elipse 1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Elipse 19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7" name="Elipse 26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Elipse 27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4" name="Grupo 33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5" name="Elipse 34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6" name="Elipse 35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Elipse 38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2" name="CuadroTexto 41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44" name="CuadroTexto 43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94652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0800000">
            <a:off x="4141897" y="3012681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3" name="Rectángulo 12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19" name="Elipse 1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Elipse 19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7" name="Elipse 26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Elipse 27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4" name="Grupo 33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5" name="Elipse 34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6" name="Elipse 35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Elipse 38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2" name="CuadroTexto 41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44" name="CuadroTexto 43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846801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 rot="17933500" flipH="1">
            <a:off x="3289637" y="1547865"/>
            <a:ext cx="3624145" cy="1933379"/>
            <a:chOff x="4143327" y="1074195"/>
            <a:chExt cx="3624145" cy="1933379"/>
          </a:xfrm>
        </p:grpSpPr>
        <p:cxnSp>
          <p:nvCxnSpPr>
            <p:cNvPr id="15" name="Conector recto 14"/>
            <p:cNvCxnSpPr/>
            <p:nvPr/>
          </p:nvCxnSpPr>
          <p:spPr>
            <a:xfrm flipH="1" flipV="1">
              <a:off x="4143327" y="1074195"/>
              <a:ext cx="1812072" cy="193337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5955399" y="1074195"/>
              <a:ext cx="1812073" cy="1933379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3" name="Rectángulo 12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19" name="Elipse 1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Elipse 19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7" name="Elipse 26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Elipse 27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4" name="Grupo 33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5" name="Elipse 34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6" name="Elipse 35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Elipse 38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2" name="CuadroTexto 41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B=2</a:t>
            </a:r>
            <a:endParaRPr lang="es-CO" sz="3000" dirty="0"/>
          </a:p>
        </p:txBody>
      </p:sp>
      <p:sp>
        <p:nvSpPr>
          <p:cNvPr id="44" name="CuadroTexto 43"/>
          <p:cNvSpPr txBox="1"/>
          <p:nvPr/>
        </p:nvSpPr>
        <p:spPr>
          <a:xfrm>
            <a:off x="9182524" y="833292"/>
            <a:ext cx="1330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CICLOS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265942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CuadroTexto 39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1" name="CuadroTexto 40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054993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co 38"/>
          <p:cNvSpPr/>
          <p:nvPr/>
        </p:nvSpPr>
        <p:spPr>
          <a:xfrm rot="6419684">
            <a:off x="3802568" y="896642"/>
            <a:ext cx="4293869" cy="4293869"/>
          </a:xfrm>
          <a:prstGeom prst="arc">
            <a:avLst>
              <a:gd name="adj1" fmla="val 10231534"/>
              <a:gd name="adj2" fmla="val 2024791"/>
            </a:avLst>
          </a:prstGeom>
          <a:solidFill>
            <a:schemeClr val="bg1">
              <a:lumMod val="75000"/>
              <a:alpha val="3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2" name="Conector recto 11"/>
          <p:cNvCxnSpPr>
            <a:stCxn id="13" idx="0"/>
            <a:endCxn id="39" idx="0"/>
          </p:cNvCxnSpPr>
          <p:nvPr/>
        </p:nvCxnSpPr>
        <p:spPr>
          <a:xfrm flipV="1">
            <a:off x="5943599" y="915109"/>
            <a:ext cx="286889" cy="20855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894772" y="3000654"/>
            <a:ext cx="97654" cy="976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>
            <a:stCxn id="39" idx="2"/>
            <a:endCxn id="13" idx="3"/>
          </p:cNvCxnSpPr>
          <p:nvPr/>
        </p:nvCxnSpPr>
        <p:spPr>
          <a:xfrm flipV="1">
            <a:off x="4287140" y="3084007"/>
            <a:ext cx="1621933" cy="1318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30" name="CuadroTexto 29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243233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 rot="14456186">
            <a:off x="3802568" y="896642"/>
            <a:ext cx="4293869" cy="4293869"/>
            <a:chOff x="3802568" y="896642"/>
            <a:chExt cx="4293869" cy="4293869"/>
          </a:xfrm>
        </p:grpSpPr>
        <p:sp>
          <p:nvSpPr>
            <p:cNvPr id="39" name="Arco 38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2" name="Conector recto 11"/>
            <p:cNvCxnSpPr>
              <a:stCxn id="13" idx="0"/>
              <a:endCxn id="39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>
              <a:stCxn id="39" idx="2"/>
              <a:endCxn id="39" idx="1"/>
            </p:cNvCxnSpPr>
            <p:nvPr/>
          </p:nvCxnSpPr>
          <p:spPr>
            <a:xfrm rot="7143814" flipH="1" flipV="1">
              <a:off x="4120772" y="3326370"/>
              <a:ext cx="1995096" cy="7930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/>
          <p:cNvSpPr/>
          <p:nvPr/>
        </p:nvSpPr>
        <p:spPr>
          <a:xfrm>
            <a:off x="5894772" y="3000654"/>
            <a:ext cx="97654" cy="976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741412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 rot="7091756">
            <a:off x="3802568" y="896642"/>
            <a:ext cx="4293869" cy="4293869"/>
            <a:chOff x="3802568" y="896642"/>
            <a:chExt cx="4293869" cy="4293869"/>
          </a:xfrm>
        </p:grpSpPr>
        <p:sp>
          <p:nvSpPr>
            <p:cNvPr id="39" name="Arco 38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2" name="Conector recto 11"/>
            <p:cNvCxnSpPr>
              <a:stCxn id="13" idx="0"/>
              <a:endCxn id="39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>
              <a:stCxn id="39" idx="2"/>
              <a:endCxn id="39" idx="1"/>
            </p:cNvCxnSpPr>
            <p:nvPr/>
          </p:nvCxnSpPr>
          <p:spPr>
            <a:xfrm rot="7143814" flipH="1" flipV="1">
              <a:off x="4120772" y="3326370"/>
              <a:ext cx="1995096" cy="7930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/>
          <p:cNvSpPr/>
          <p:nvPr/>
        </p:nvSpPr>
        <p:spPr>
          <a:xfrm>
            <a:off x="5894772" y="3000654"/>
            <a:ext cx="97654" cy="976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15" name="CuadroTexto 14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415239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co 38"/>
          <p:cNvSpPr/>
          <p:nvPr/>
        </p:nvSpPr>
        <p:spPr>
          <a:xfrm rot="6419684">
            <a:off x="3802568" y="896642"/>
            <a:ext cx="4293869" cy="4293869"/>
          </a:xfrm>
          <a:prstGeom prst="arc">
            <a:avLst>
              <a:gd name="adj1" fmla="val 10231534"/>
              <a:gd name="adj2" fmla="val 2024791"/>
            </a:avLst>
          </a:prstGeom>
          <a:solidFill>
            <a:schemeClr val="bg1">
              <a:lumMod val="75000"/>
              <a:alpha val="3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2" name="Conector recto 11"/>
          <p:cNvCxnSpPr>
            <a:stCxn id="13" idx="0"/>
            <a:endCxn id="39" idx="0"/>
          </p:cNvCxnSpPr>
          <p:nvPr/>
        </p:nvCxnSpPr>
        <p:spPr>
          <a:xfrm flipV="1">
            <a:off x="5943599" y="915109"/>
            <a:ext cx="286889" cy="20855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894772" y="3000654"/>
            <a:ext cx="97654" cy="976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>
            <a:stCxn id="39" idx="2"/>
            <a:endCxn id="13" idx="3"/>
          </p:cNvCxnSpPr>
          <p:nvPr/>
        </p:nvCxnSpPr>
        <p:spPr>
          <a:xfrm flipV="1">
            <a:off x="4287140" y="3084007"/>
            <a:ext cx="1621933" cy="1318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15" name="CuadroTexto 14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188436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co 38"/>
          <p:cNvSpPr/>
          <p:nvPr/>
        </p:nvSpPr>
        <p:spPr>
          <a:xfrm rot="6419684">
            <a:off x="3802568" y="896642"/>
            <a:ext cx="4293869" cy="4293869"/>
          </a:xfrm>
          <a:prstGeom prst="arc">
            <a:avLst>
              <a:gd name="adj1" fmla="val 10231534"/>
              <a:gd name="adj2" fmla="val 2024791"/>
            </a:avLst>
          </a:prstGeom>
          <a:solidFill>
            <a:schemeClr val="bg1">
              <a:lumMod val="75000"/>
              <a:alpha val="3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2" name="Conector recto 11"/>
          <p:cNvCxnSpPr>
            <a:stCxn id="13" idx="0"/>
            <a:endCxn id="39" idx="0"/>
          </p:cNvCxnSpPr>
          <p:nvPr/>
        </p:nvCxnSpPr>
        <p:spPr>
          <a:xfrm flipV="1">
            <a:off x="5943599" y="915109"/>
            <a:ext cx="286889" cy="20855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894772" y="3000654"/>
            <a:ext cx="97654" cy="976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19"/>
          <p:cNvCxnSpPr>
            <a:stCxn id="39" idx="2"/>
            <a:endCxn id="13" idx="3"/>
          </p:cNvCxnSpPr>
          <p:nvPr/>
        </p:nvCxnSpPr>
        <p:spPr>
          <a:xfrm flipV="1">
            <a:off x="4287140" y="3084007"/>
            <a:ext cx="1621933" cy="1318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o 13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5" name="Rectángulo 14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Rectángulo 16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19" name="Elipse 1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8" name="Elipse 27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6" name="Elipse 35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Elipse 42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4" name="CuadroTexto 43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5" name="CuadroTexto 44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8989752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 rot="14456186">
            <a:off x="3802568" y="896642"/>
            <a:ext cx="4293869" cy="4293869"/>
            <a:chOff x="3802568" y="896642"/>
            <a:chExt cx="4293869" cy="4293869"/>
          </a:xfrm>
        </p:grpSpPr>
        <p:sp>
          <p:nvSpPr>
            <p:cNvPr id="39" name="Arco 38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2" name="Conector recto 11"/>
            <p:cNvCxnSpPr>
              <a:stCxn id="13" idx="0"/>
              <a:endCxn id="39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>
              <a:stCxn id="39" idx="2"/>
              <a:endCxn id="39" idx="1"/>
            </p:cNvCxnSpPr>
            <p:nvPr/>
          </p:nvCxnSpPr>
          <p:spPr>
            <a:xfrm rot="7143814" flipH="1" flipV="1">
              <a:off x="4120772" y="3326370"/>
              <a:ext cx="1995096" cy="7930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/>
          <p:cNvSpPr/>
          <p:nvPr/>
        </p:nvSpPr>
        <p:spPr>
          <a:xfrm>
            <a:off x="5894772" y="3000654"/>
            <a:ext cx="97654" cy="976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4" name="Grupo 13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5" name="Rectángulo 14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Rectángulo 16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19" name="Elipse 1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8" name="Elipse 27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6" name="Elipse 35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Elipse 42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4" name="CuadroTexto 43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5" name="CuadroTexto 44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368185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 rot="7091756">
            <a:off x="3802568" y="896642"/>
            <a:ext cx="4293869" cy="4293869"/>
            <a:chOff x="3802568" y="896642"/>
            <a:chExt cx="4293869" cy="4293869"/>
          </a:xfrm>
        </p:grpSpPr>
        <p:sp>
          <p:nvSpPr>
            <p:cNvPr id="39" name="Arco 38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2" name="Conector recto 11"/>
            <p:cNvCxnSpPr>
              <a:stCxn id="13" idx="0"/>
              <a:endCxn id="39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>
              <a:stCxn id="39" idx="2"/>
              <a:endCxn id="39" idx="1"/>
            </p:cNvCxnSpPr>
            <p:nvPr/>
          </p:nvCxnSpPr>
          <p:spPr>
            <a:xfrm rot="7143814" flipH="1" flipV="1">
              <a:off x="4120772" y="3326370"/>
              <a:ext cx="1995096" cy="7930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/>
          <p:cNvSpPr/>
          <p:nvPr/>
        </p:nvSpPr>
        <p:spPr>
          <a:xfrm>
            <a:off x="5894772" y="3000654"/>
            <a:ext cx="97654" cy="9765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4" name="Grupo 13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5" name="Rectángulo 14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Rectángulo 16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19" name="Elipse 1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8" name="Elipse 27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6" name="Elipse 35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Elipse 42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4" name="CuadroTexto 43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5" name="CuadroTexto 44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1762254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sp>
          <p:nvSpPr>
            <p:cNvPr id="39" name="Arco 38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2" name="Conector recto 11"/>
            <p:cNvCxnSpPr>
              <a:stCxn id="13" idx="0"/>
              <a:endCxn id="39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20" name="Conector recto 19"/>
            <p:cNvCxnSpPr>
              <a:stCxn id="39" idx="2"/>
              <a:endCxn id="13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o 13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5" name="Rectángulo 14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Rectángulo 16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19" name="Elipse 1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8" name="Elipse 27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6" name="Elipse 35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Elipse 42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4" name="CuadroTexto 43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5" name="CuadroTexto 44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686366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" name="Grupo 2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2" name="Grupo 1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39" name="Arco 38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2" name="Conector recto 11"/>
              <p:cNvCxnSpPr>
                <a:stCxn id="13" idx="0"/>
                <a:endCxn id="39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19"/>
              <p:cNvCxnSpPr>
                <a:stCxn id="39" idx="2"/>
                <a:endCxn id="39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Elipse 12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5" name="Rectángulo 14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Rectángulo 16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19" name="Elipse 1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8" name="Elipse 27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6" name="Elipse 35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Elipse 42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4" name="CuadroTexto 43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5" name="CuadroTexto 44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498676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" name="Grupo 2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2" name="Grupo 1"/>
            <p:cNvGrpSpPr/>
            <p:nvPr/>
          </p:nvGrpSpPr>
          <p:grpSpPr>
            <a:xfrm rot="709175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39" name="Arco 38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2" name="Conector recto 11"/>
              <p:cNvCxnSpPr>
                <a:stCxn id="13" idx="0"/>
                <a:endCxn id="39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19"/>
              <p:cNvCxnSpPr>
                <a:stCxn id="39" idx="2"/>
                <a:endCxn id="39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Elipse 12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138087" y="195852"/>
            <a:ext cx="1906047" cy="4732446"/>
            <a:chOff x="138087" y="195852"/>
            <a:chExt cx="1906047" cy="4732446"/>
          </a:xfrm>
        </p:grpSpPr>
        <p:sp>
          <p:nvSpPr>
            <p:cNvPr id="15" name="Rectángulo 14"/>
            <p:cNvSpPr/>
            <p:nvPr/>
          </p:nvSpPr>
          <p:spPr>
            <a:xfrm>
              <a:off x="143660" y="195852"/>
              <a:ext cx="1900473" cy="1580225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143661" y="1776077"/>
              <a:ext cx="1900473" cy="1580225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Rectángulo 16"/>
            <p:cNvSpPr/>
            <p:nvPr/>
          </p:nvSpPr>
          <p:spPr>
            <a:xfrm>
              <a:off x="138087" y="3348073"/>
              <a:ext cx="1900473" cy="1580225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71551" y="344911"/>
            <a:ext cx="1433543" cy="1282105"/>
            <a:chOff x="7406465" y="2866651"/>
            <a:chExt cx="3624146" cy="3241297"/>
          </a:xfrm>
        </p:grpSpPr>
        <p:sp>
          <p:nvSpPr>
            <p:cNvPr id="19" name="Elipse 18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371551" y="1916908"/>
            <a:ext cx="1433543" cy="1282105"/>
            <a:chOff x="7406465" y="2866651"/>
            <a:chExt cx="3624146" cy="3241297"/>
          </a:xfrm>
        </p:grpSpPr>
        <p:sp>
          <p:nvSpPr>
            <p:cNvPr id="28" name="Elipse 27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Elipse 28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Elipse 30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Elipse 31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Elipse 32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Elipse 33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371551" y="3505362"/>
            <a:ext cx="1433543" cy="1282105"/>
            <a:chOff x="7406465" y="2866651"/>
            <a:chExt cx="3624146" cy="3241297"/>
          </a:xfrm>
        </p:grpSpPr>
        <p:sp>
          <p:nvSpPr>
            <p:cNvPr id="36" name="Elipse 35"/>
            <p:cNvSpPr/>
            <p:nvPr/>
          </p:nvSpPr>
          <p:spPr>
            <a:xfrm>
              <a:off x="7701972" y="2970377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7" name="Elipse 36"/>
            <p:cNvSpPr/>
            <p:nvPr/>
          </p:nvSpPr>
          <p:spPr>
            <a:xfrm>
              <a:off x="7406465" y="4191436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10439597" y="4191436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Elipse 39"/>
            <p:cNvSpPr/>
            <p:nvPr/>
          </p:nvSpPr>
          <p:spPr>
            <a:xfrm>
              <a:off x="9717954" y="2866651"/>
              <a:ext cx="591014" cy="5910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Elipse 40"/>
            <p:cNvSpPr/>
            <p:nvPr/>
          </p:nvSpPr>
          <p:spPr>
            <a:xfrm>
              <a:off x="9717954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Elipse 41"/>
            <p:cNvSpPr/>
            <p:nvPr/>
          </p:nvSpPr>
          <p:spPr>
            <a:xfrm>
              <a:off x="8118949" y="2866651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Elipse 42"/>
            <p:cNvSpPr/>
            <p:nvPr/>
          </p:nvSpPr>
          <p:spPr>
            <a:xfrm>
              <a:off x="8118949" y="5516934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4" name="CuadroTexto 43"/>
          <p:cNvSpPr txBox="1"/>
          <p:nvPr/>
        </p:nvSpPr>
        <p:spPr>
          <a:xfrm>
            <a:off x="7893007" y="182335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</a:t>
            </a:r>
            <a:endParaRPr lang="es-CO" sz="3000" dirty="0"/>
          </a:p>
        </p:txBody>
      </p:sp>
      <p:sp>
        <p:nvSpPr>
          <p:cNvPr id="45" name="CuadroTexto 44"/>
          <p:cNvSpPr txBox="1"/>
          <p:nvPr/>
        </p:nvSpPr>
        <p:spPr>
          <a:xfrm>
            <a:off x="10149415" y="184383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6814242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43"/>
          <p:cNvSpPr txBox="1"/>
          <p:nvPr/>
        </p:nvSpPr>
        <p:spPr>
          <a:xfrm>
            <a:off x="4359694" y="2250832"/>
            <a:ext cx="40030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ALGORITMO EN GRAFOS</a:t>
            </a:r>
            <a:endParaRPr lang="es-CO" sz="3000" dirty="0"/>
          </a:p>
        </p:txBody>
      </p:sp>
      <p:sp>
        <p:nvSpPr>
          <p:cNvPr id="46" name="CuadroTexto 45"/>
          <p:cNvSpPr txBox="1"/>
          <p:nvPr/>
        </p:nvSpPr>
        <p:spPr>
          <a:xfrm>
            <a:off x="4448470" y="3068746"/>
            <a:ext cx="38343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 y “copiones” 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8258309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493323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448704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050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redondeado 1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/>
          <p:cNvSpPr/>
          <p:nvPr/>
        </p:nvSpPr>
        <p:spPr>
          <a:xfrm>
            <a:off x="9144000" y="5663953"/>
            <a:ext cx="1619444" cy="73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44090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050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redondeado 1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  <p:sp>
        <p:nvSpPr>
          <p:cNvPr id="17" name="Rectángulo 16"/>
          <p:cNvSpPr/>
          <p:nvPr/>
        </p:nvSpPr>
        <p:spPr>
          <a:xfrm>
            <a:off x="9144000" y="5663953"/>
            <a:ext cx="1619444" cy="73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19873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050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redondeado 1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4</a:t>
            </a:r>
            <a:endParaRPr lang="es-CO" sz="3000" dirty="0"/>
          </a:p>
        </p:txBody>
      </p:sp>
      <p:sp>
        <p:nvSpPr>
          <p:cNvPr id="17" name="CuadroTexto 16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  <p:sp>
        <p:nvSpPr>
          <p:cNvPr id="18" name="Rectángulo 17"/>
          <p:cNvSpPr/>
          <p:nvPr/>
        </p:nvSpPr>
        <p:spPr>
          <a:xfrm>
            <a:off x="9144000" y="5663953"/>
            <a:ext cx="1619444" cy="73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2848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050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redondeado 1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4</a:t>
            </a:r>
            <a:endParaRPr lang="es-CO" sz="3000" dirty="0"/>
          </a:p>
        </p:txBody>
      </p:sp>
      <p:sp>
        <p:nvSpPr>
          <p:cNvPr id="17" name="CuadroTexto 16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  <p:sp>
        <p:nvSpPr>
          <p:cNvPr id="18" name="Rectángulo 17"/>
          <p:cNvSpPr/>
          <p:nvPr/>
        </p:nvSpPr>
        <p:spPr>
          <a:xfrm>
            <a:off x="9144000" y="5663953"/>
            <a:ext cx="1619444" cy="73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59895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050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redondeado 1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4</a:t>
            </a:r>
            <a:endParaRPr lang="es-CO" sz="3000" dirty="0"/>
          </a:p>
        </p:txBody>
      </p:sp>
      <p:sp>
        <p:nvSpPr>
          <p:cNvPr id="17" name="CuadroTexto 16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4567053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050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redondeado 1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2113947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/>
          <p:cNvSpPr/>
          <p:nvPr/>
        </p:nvSpPr>
        <p:spPr>
          <a:xfrm>
            <a:off x="4143328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/>
          <p:cNvSpPr/>
          <p:nvPr/>
        </p:nvSpPr>
        <p:spPr>
          <a:xfrm>
            <a:off x="6454817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4855812" y="1387290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4855812" y="4037573"/>
            <a:ext cx="591014" cy="5910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050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redondeado 1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2</a:t>
            </a:r>
            <a:endParaRPr lang="es-CO" sz="30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42869561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2</a:t>
            </a:r>
            <a:endParaRPr lang="es-CO" sz="30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4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redondeado 24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9961247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sp>
          <p:nvSpPr>
            <p:cNvPr id="11" name="Arco 10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3" name="Conector recto 12"/>
            <p:cNvCxnSpPr>
              <a:stCxn id="15" idx="0"/>
              <a:endCxn id="11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ipse 14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6" name="Conector recto 15"/>
            <p:cNvCxnSpPr>
              <a:stCxn id="11" idx="2"/>
              <a:endCxn id="15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2</a:t>
            </a:r>
            <a:endParaRPr lang="es-CO" sz="30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4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redondeado 24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9531569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10" name="Grupo 9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3" name="Arco 12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5" name="Conector recto 14"/>
              <p:cNvCxnSpPr>
                <a:stCxn id="11" idx="0"/>
                <a:endCxn id="13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/>
              <p:cNvCxnSpPr>
                <a:stCxn id="13" idx="2"/>
                <a:endCxn id="13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Elipse 10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2</a:t>
            </a:r>
            <a:endParaRPr lang="es-CO" sz="30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4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redondeado 24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6369111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10" name="Grupo 9"/>
            <p:cNvGrpSpPr/>
            <p:nvPr/>
          </p:nvGrpSpPr>
          <p:grpSpPr>
            <a:xfrm rot="709175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3" name="Arco 12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5" name="Conector recto 14"/>
              <p:cNvCxnSpPr>
                <a:stCxn id="11" idx="0"/>
                <a:endCxn id="13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/>
              <p:cNvCxnSpPr>
                <a:stCxn id="13" idx="2"/>
                <a:endCxn id="13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Elipse 10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2</a:t>
            </a:r>
            <a:endParaRPr lang="es-CO" sz="30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4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redondeado 24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133397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sp>
          <p:nvSpPr>
            <p:cNvPr id="11" name="Arco 10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3" name="Conector recto 12"/>
            <p:cNvCxnSpPr>
              <a:stCxn id="15" idx="0"/>
              <a:endCxn id="11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ipse 14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6" name="Conector recto 15"/>
            <p:cNvCxnSpPr>
              <a:stCxn id="11" idx="2"/>
              <a:endCxn id="15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2</a:t>
            </a:r>
            <a:endParaRPr lang="es-CO" sz="30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4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redondeado 24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0627517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10" name="Grupo 9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3" name="Arco 12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5" name="Conector recto 14"/>
              <p:cNvCxnSpPr>
                <a:stCxn id="11" idx="0"/>
                <a:endCxn id="13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/>
              <p:cNvCxnSpPr>
                <a:stCxn id="13" idx="2"/>
                <a:endCxn id="13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Elipse 10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2</a:t>
            </a:r>
            <a:endParaRPr lang="es-CO" sz="30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4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redondeado 24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2466060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10" name="Grupo 9"/>
            <p:cNvGrpSpPr/>
            <p:nvPr/>
          </p:nvGrpSpPr>
          <p:grpSpPr>
            <a:xfrm rot="709175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3" name="Arco 12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5" name="Conector recto 14"/>
              <p:cNvCxnSpPr>
                <a:stCxn id="11" idx="0"/>
                <a:endCxn id="13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/>
              <p:cNvCxnSpPr>
                <a:stCxn id="13" idx="2"/>
                <a:endCxn id="13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Elipse 10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2</a:t>
            </a:r>
            <a:endParaRPr lang="es-CO" sz="30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4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redondeado 24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808962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sp>
          <p:nvSpPr>
            <p:cNvPr id="11" name="Arco 10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3" name="Conector recto 12"/>
            <p:cNvCxnSpPr>
              <a:stCxn id="15" idx="0"/>
              <a:endCxn id="11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ipse 14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6" name="Conector recto 15"/>
            <p:cNvCxnSpPr>
              <a:stCxn id="11" idx="2"/>
              <a:endCxn id="15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“gemelos”</a:t>
            </a:r>
            <a:endParaRPr lang="es-CO" sz="30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63941" y="247710"/>
            <a:ext cx="3153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Grupos de 2</a:t>
            </a:r>
            <a:endParaRPr lang="es-CO" sz="30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8633046" y="2394088"/>
            <a:ext cx="3153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Hagamos grupos que no se “partan” cuando se asignan las sillas del bar</a:t>
            </a:r>
            <a:endParaRPr lang="es-CO" sz="3000" dirty="0"/>
          </a:p>
        </p:txBody>
      </p:sp>
      <p:pic>
        <p:nvPicPr>
          <p:cNvPr id="24" name="Picture 2" descr="Imágenes de &quot;New Idea Icon&quot;: descubre bancos de fotos, ilustraciones,  vectores y vídeos de 87 | Adobe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39" y="4270155"/>
            <a:ext cx="1107705" cy="110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redondeado 24"/>
          <p:cNvSpPr/>
          <p:nvPr/>
        </p:nvSpPr>
        <p:spPr>
          <a:xfrm>
            <a:off x="8522563" y="2394088"/>
            <a:ext cx="3391270" cy="2983772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/>
          <p:cNvSpPr txBox="1"/>
          <p:nvPr/>
        </p:nvSpPr>
        <p:spPr>
          <a:xfrm>
            <a:off x="1773419" y="5745207"/>
            <a:ext cx="89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e</a:t>
            </a:r>
            <a:r>
              <a:rPr lang="es-ES" sz="3000" dirty="0" smtClean="0"/>
              <a:t>l tamaño del grupo tiene que ser divisor de B … y de N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411387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sp>
          <p:nvSpPr>
            <p:cNvPr id="11" name="Arco 10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3" name="Conector recto 12"/>
            <p:cNvCxnSpPr>
              <a:stCxn id="15" idx="0"/>
              <a:endCxn id="11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ipse 14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6" name="Conector recto 15"/>
            <p:cNvCxnSpPr>
              <a:stCxn id="11" idx="2"/>
              <a:endCxn id="15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CuadroTexto 27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29" name="CuadroTexto 28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41625619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sp>
          <p:nvSpPr>
            <p:cNvPr id="11" name="Arco 10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3" name="Conector recto 12"/>
            <p:cNvCxnSpPr>
              <a:stCxn id="15" idx="0"/>
              <a:endCxn id="11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ipse 14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6" name="Conector recto 15"/>
            <p:cNvCxnSpPr>
              <a:stCxn id="11" idx="2"/>
              <a:endCxn id="15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CuadroTexto 27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29" name="CuadroTexto 28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34" name="CuadroTexto 33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35" name="Rectángulo redondeado 34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23318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sp>
          <p:nvSpPr>
            <p:cNvPr id="11" name="Arco 10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3" name="Conector recto 12"/>
            <p:cNvCxnSpPr>
              <a:stCxn id="15" idx="0"/>
              <a:endCxn id="11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ipse 14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6" name="Conector recto 15"/>
            <p:cNvCxnSpPr>
              <a:stCxn id="11" idx="2"/>
              <a:endCxn id="15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CuadroTexto 27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29" name="CuadroTexto 28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24" name="CuadroTexto 23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25" name="Rectángulo redondeado 24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72392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>
            <a:off x="3802568" y="738182"/>
            <a:ext cx="4293869" cy="4452329"/>
            <a:chOff x="3802568" y="738182"/>
            <a:chExt cx="4293869" cy="4452329"/>
          </a:xfrm>
        </p:grpSpPr>
        <p:grpSp>
          <p:nvGrpSpPr>
            <p:cNvPr id="10" name="Grupo 9"/>
            <p:cNvGrpSpPr/>
            <p:nvPr/>
          </p:nvGrpSpPr>
          <p:grpSpPr>
            <a:xfrm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1" name="Arco 10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3" name="Conector recto 12"/>
              <p:cNvCxnSpPr>
                <a:stCxn id="15" idx="0"/>
                <a:endCxn id="11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Elipse 14"/>
              <p:cNvSpPr/>
              <p:nvPr/>
            </p:nvSpPr>
            <p:spPr>
              <a:xfrm>
                <a:off x="5894772" y="3000654"/>
                <a:ext cx="97654" cy="976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6" name="Conector recto 15"/>
              <p:cNvCxnSpPr>
                <a:stCxn id="11" idx="2"/>
                <a:endCxn id="15" idx="3"/>
              </p:cNvCxnSpPr>
              <p:nvPr/>
            </p:nvCxnSpPr>
            <p:spPr>
              <a:xfrm flipV="1">
                <a:off x="4287140" y="3084007"/>
                <a:ext cx="1621933" cy="1318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Elipse 3"/>
            <p:cNvSpPr/>
            <p:nvPr/>
          </p:nvSpPr>
          <p:spPr>
            <a:xfrm>
              <a:off x="4438835" y="1491016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Elipse 5"/>
            <p:cNvSpPr/>
            <p:nvPr/>
          </p:nvSpPr>
          <p:spPr>
            <a:xfrm>
              <a:off x="7176460" y="2712075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Elipse 6"/>
            <p:cNvSpPr/>
            <p:nvPr/>
          </p:nvSpPr>
          <p:spPr>
            <a:xfrm>
              <a:off x="6454817" y="1387290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Rectángulo 11"/>
            <p:cNvSpPr/>
            <p:nvPr/>
          </p:nvSpPr>
          <p:spPr>
            <a:xfrm>
              <a:off x="4922330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6521335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Cruz 16"/>
            <p:cNvSpPr/>
            <p:nvPr/>
          </p:nvSpPr>
          <p:spPr>
            <a:xfrm>
              <a:off x="4875663" y="1351917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Cruz 17"/>
            <p:cNvSpPr/>
            <p:nvPr/>
          </p:nvSpPr>
          <p:spPr>
            <a:xfrm>
              <a:off x="4143328" y="2677656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Arco 26"/>
            <p:cNvSpPr/>
            <p:nvPr/>
          </p:nvSpPr>
          <p:spPr>
            <a:xfrm rot="20113509">
              <a:off x="5550574" y="738182"/>
              <a:ext cx="1941521" cy="1880813"/>
            </a:xfrm>
            <a:prstGeom prst="arc">
              <a:avLst>
                <a:gd name="adj1" fmla="val 17576819"/>
                <a:gd name="adj2" fmla="val 20599700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37" name="CuadroTexto 36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38" name="CuadroTexto 37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39" name="CuadroTexto 38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40" name="Rectángulo redondeado 39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37705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/>
          <p:cNvGrpSpPr/>
          <p:nvPr/>
        </p:nvGrpSpPr>
        <p:grpSpPr>
          <a:xfrm>
            <a:off x="3802568" y="738182"/>
            <a:ext cx="4293869" cy="4452329"/>
            <a:chOff x="3802568" y="738182"/>
            <a:chExt cx="4293869" cy="4452329"/>
          </a:xfrm>
        </p:grpSpPr>
        <p:grpSp>
          <p:nvGrpSpPr>
            <p:cNvPr id="10" name="Grupo 9"/>
            <p:cNvGrpSpPr/>
            <p:nvPr/>
          </p:nvGrpSpPr>
          <p:grpSpPr>
            <a:xfrm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1" name="Arco 10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3" name="Conector recto 12"/>
              <p:cNvCxnSpPr>
                <a:stCxn id="15" idx="0"/>
                <a:endCxn id="11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Elipse 14"/>
              <p:cNvSpPr/>
              <p:nvPr/>
            </p:nvSpPr>
            <p:spPr>
              <a:xfrm>
                <a:off x="5894772" y="3000654"/>
                <a:ext cx="97654" cy="976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6" name="Conector recto 15"/>
              <p:cNvCxnSpPr>
                <a:stCxn id="11" idx="2"/>
                <a:endCxn id="15" idx="3"/>
              </p:cNvCxnSpPr>
              <p:nvPr/>
            </p:nvCxnSpPr>
            <p:spPr>
              <a:xfrm flipV="1">
                <a:off x="4287140" y="3084007"/>
                <a:ext cx="1621933" cy="1318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Elipse 3"/>
            <p:cNvSpPr/>
            <p:nvPr/>
          </p:nvSpPr>
          <p:spPr>
            <a:xfrm>
              <a:off x="4438835" y="1491016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Elipse 5"/>
            <p:cNvSpPr/>
            <p:nvPr/>
          </p:nvSpPr>
          <p:spPr>
            <a:xfrm>
              <a:off x="7176460" y="2712075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Elipse 6"/>
            <p:cNvSpPr/>
            <p:nvPr/>
          </p:nvSpPr>
          <p:spPr>
            <a:xfrm>
              <a:off x="6454817" y="1387290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Rectángulo 11"/>
            <p:cNvSpPr/>
            <p:nvPr/>
          </p:nvSpPr>
          <p:spPr>
            <a:xfrm>
              <a:off x="4922330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6521335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Cruz 16"/>
            <p:cNvSpPr/>
            <p:nvPr/>
          </p:nvSpPr>
          <p:spPr>
            <a:xfrm>
              <a:off x="4875663" y="1351917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Cruz 17"/>
            <p:cNvSpPr/>
            <p:nvPr/>
          </p:nvSpPr>
          <p:spPr>
            <a:xfrm>
              <a:off x="4143328" y="2677656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Arco 26"/>
            <p:cNvSpPr/>
            <p:nvPr/>
          </p:nvSpPr>
          <p:spPr>
            <a:xfrm rot="20113509">
              <a:off x="5550574" y="738182"/>
              <a:ext cx="1941521" cy="1880813"/>
            </a:xfrm>
            <a:prstGeom prst="arc">
              <a:avLst>
                <a:gd name="adj1" fmla="val 17576819"/>
                <a:gd name="adj2" fmla="val 20599700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332954" y="364990"/>
            <a:ext cx="1522479" cy="1590248"/>
            <a:chOff x="3802568" y="705513"/>
            <a:chExt cx="4293869" cy="4484998"/>
          </a:xfrm>
        </p:grpSpPr>
        <p:grpSp>
          <p:nvGrpSpPr>
            <p:cNvPr id="23" name="Grupo 22"/>
            <p:cNvGrpSpPr/>
            <p:nvPr/>
          </p:nvGrpSpPr>
          <p:grpSpPr>
            <a:xfrm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33" name="Arco 32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34" name="Conector recto 33"/>
              <p:cNvCxnSpPr>
                <a:stCxn id="35" idx="0"/>
                <a:endCxn id="33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Elipse 34"/>
              <p:cNvSpPr/>
              <p:nvPr/>
            </p:nvSpPr>
            <p:spPr>
              <a:xfrm>
                <a:off x="5894772" y="3000654"/>
                <a:ext cx="97654" cy="976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36" name="Conector recto 35"/>
              <p:cNvCxnSpPr>
                <a:stCxn id="33" idx="2"/>
                <a:endCxn id="35" idx="3"/>
              </p:cNvCxnSpPr>
              <p:nvPr/>
            </p:nvCxnSpPr>
            <p:spPr>
              <a:xfrm flipV="1">
                <a:off x="4287140" y="3084007"/>
                <a:ext cx="1621933" cy="1318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Elipse 23"/>
            <p:cNvSpPr/>
            <p:nvPr/>
          </p:nvSpPr>
          <p:spPr>
            <a:xfrm>
              <a:off x="4438835" y="1491016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/>
            <p:cNvSpPr/>
            <p:nvPr/>
          </p:nvSpPr>
          <p:spPr>
            <a:xfrm>
              <a:off x="7176460" y="2712075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/>
            <p:cNvSpPr/>
            <p:nvPr/>
          </p:nvSpPr>
          <p:spPr>
            <a:xfrm>
              <a:off x="6454817" y="1387290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Rectángulo 27"/>
            <p:cNvSpPr/>
            <p:nvPr/>
          </p:nvSpPr>
          <p:spPr>
            <a:xfrm>
              <a:off x="4922330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Rectángulo 28"/>
            <p:cNvSpPr/>
            <p:nvPr/>
          </p:nvSpPr>
          <p:spPr>
            <a:xfrm>
              <a:off x="6521335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ruz 29"/>
            <p:cNvSpPr/>
            <p:nvPr/>
          </p:nvSpPr>
          <p:spPr>
            <a:xfrm>
              <a:off x="4875663" y="1351917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Cruz 30"/>
            <p:cNvSpPr/>
            <p:nvPr/>
          </p:nvSpPr>
          <p:spPr>
            <a:xfrm>
              <a:off x="4143328" y="2677656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Arco 31"/>
            <p:cNvSpPr/>
            <p:nvPr/>
          </p:nvSpPr>
          <p:spPr>
            <a:xfrm rot="20113509">
              <a:off x="5966053" y="705513"/>
              <a:ext cx="1941521" cy="1880812"/>
            </a:xfrm>
            <a:prstGeom prst="arc">
              <a:avLst>
                <a:gd name="adj1" fmla="val 17576819"/>
                <a:gd name="adj2" fmla="val 20599700"/>
              </a:avLst>
            </a:prstGeom>
            <a:ln w="381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37" name="CuadroTexto 36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38" name="CuadroTexto 37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39" name="CuadroTexto 38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40" name="Rectángulo redondeado 39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62857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o 27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29" name="Grupo 28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31" name="Arco 30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32" name="Conector recto 31"/>
              <p:cNvCxnSpPr>
                <a:stCxn id="30" idx="0"/>
                <a:endCxn id="31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>
                <a:stCxn id="31" idx="2"/>
                <a:endCxn id="31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Elipse 29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Arco 33"/>
          <p:cNvSpPr/>
          <p:nvPr/>
        </p:nvSpPr>
        <p:spPr>
          <a:xfrm rot="13234020">
            <a:off x="3495697" y="2261531"/>
            <a:ext cx="1941521" cy="1880813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5" name="Grupo 34"/>
          <p:cNvGrpSpPr/>
          <p:nvPr/>
        </p:nvGrpSpPr>
        <p:grpSpPr>
          <a:xfrm>
            <a:off x="332954" y="364990"/>
            <a:ext cx="1522479" cy="1590248"/>
            <a:chOff x="3802568" y="705513"/>
            <a:chExt cx="4293869" cy="4484998"/>
          </a:xfrm>
        </p:grpSpPr>
        <p:grpSp>
          <p:nvGrpSpPr>
            <p:cNvPr id="36" name="Grupo 35"/>
            <p:cNvGrpSpPr/>
            <p:nvPr/>
          </p:nvGrpSpPr>
          <p:grpSpPr>
            <a:xfrm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45" name="Arco 44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46" name="Conector recto 45"/>
              <p:cNvCxnSpPr>
                <a:stCxn id="47" idx="0"/>
                <a:endCxn id="45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Elipse 46"/>
              <p:cNvSpPr/>
              <p:nvPr/>
            </p:nvSpPr>
            <p:spPr>
              <a:xfrm>
                <a:off x="5894772" y="3000654"/>
                <a:ext cx="97654" cy="976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48" name="Conector recto 47"/>
              <p:cNvCxnSpPr>
                <a:stCxn id="45" idx="2"/>
                <a:endCxn id="47" idx="3"/>
              </p:cNvCxnSpPr>
              <p:nvPr/>
            </p:nvCxnSpPr>
            <p:spPr>
              <a:xfrm flipV="1">
                <a:off x="4287140" y="3084007"/>
                <a:ext cx="1621933" cy="1318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Elipse 36"/>
            <p:cNvSpPr/>
            <p:nvPr/>
          </p:nvSpPr>
          <p:spPr>
            <a:xfrm>
              <a:off x="4438835" y="1491016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Elipse 37"/>
            <p:cNvSpPr/>
            <p:nvPr/>
          </p:nvSpPr>
          <p:spPr>
            <a:xfrm>
              <a:off x="7176460" y="2712075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Elipse 38"/>
            <p:cNvSpPr/>
            <p:nvPr/>
          </p:nvSpPr>
          <p:spPr>
            <a:xfrm>
              <a:off x="6454817" y="1387290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0" name="Rectángulo 39"/>
            <p:cNvSpPr/>
            <p:nvPr/>
          </p:nvSpPr>
          <p:spPr>
            <a:xfrm>
              <a:off x="4922330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Rectángulo 40"/>
            <p:cNvSpPr/>
            <p:nvPr/>
          </p:nvSpPr>
          <p:spPr>
            <a:xfrm>
              <a:off x="6521335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2" name="Cruz 41"/>
            <p:cNvSpPr/>
            <p:nvPr/>
          </p:nvSpPr>
          <p:spPr>
            <a:xfrm>
              <a:off x="4875663" y="1351917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ruz 42"/>
            <p:cNvSpPr/>
            <p:nvPr/>
          </p:nvSpPr>
          <p:spPr>
            <a:xfrm>
              <a:off x="4143328" y="2677656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4" name="Arco 43"/>
            <p:cNvSpPr/>
            <p:nvPr/>
          </p:nvSpPr>
          <p:spPr>
            <a:xfrm rot="20113509">
              <a:off x="5966053" y="705513"/>
              <a:ext cx="1941521" cy="1880812"/>
            </a:xfrm>
            <a:prstGeom prst="arc">
              <a:avLst>
                <a:gd name="adj1" fmla="val 17576819"/>
                <a:gd name="adj2" fmla="val 20599700"/>
              </a:avLst>
            </a:prstGeom>
            <a:ln w="381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9" name="CuadroTexto 48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50" name="CuadroTexto 49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51" name="CuadroTexto 50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52" name="Rectángulo redondeado 51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52032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o 27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29" name="Grupo 28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31" name="Arco 30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32" name="Conector recto 31"/>
              <p:cNvCxnSpPr>
                <a:stCxn id="30" idx="0"/>
                <a:endCxn id="31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>
                <a:stCxn id="31" idx="2"/>
                <a:endCxn id="31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Elipse 29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Arco 33"/>
          <p:cNvSpPr/>
          <p:nvPr/>
        </p:nvSpPr>
        <p:spPr>
          <a:xfrm rot="13234020">
            <a:off x="3495697" y="2261531"/>
            <a:ext cx="1941521" cy="1880813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1" name="Conector recto de flecha 50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upo 51"/>
          <p:cNvGrpSpPr/>
          <p:nvPr/>
        </p:nvGrpSpPr>
        <p:grpSpPr>
          <a:xfrm>
            <a:off x="332954" y="364990"/>
            <a:ext cx="1522479" cy="1590248"/>
            <a:chOff x="3802568" y="705513"/>
            <a:chExt cx="4293869" cy="4484998"/>
          </a:xfrm>
        </p:grpSpPr>
        <p:grpSp>
          <p:nvGrpSpPr>
            <p:cNvPr id="53" name="Grupo 52"/>
            <p:cNvGrpSpPr/>
            <p:nvPr/>
          </p:nvGrpSpPr>
          <p:grpSpPr>
            <a:xfrm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62" name="Arco 61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3" name="Conector recto 62"/>
              <p:cNvCxnSpPr>
                <a:stCxn id="64" idx="0"/>
                <a:endCxn id="62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Elipse 63"/>
              <p:cNvSpPr/>
              <p:nvPr/>
            </p:nvSpPr>
            <p:spPr>
              <a:xfrm>
                <a:off x="5894772" y="3000654"/>
                <a:ext cx="97654" cy="976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5" name="Conector recto 64"/>
              <p:cNvCxnSpPr>
                <a:stCxn id="62" idx="2"/>
                <a:endCxn id="64" idx="3"/>
              </p:cNvCxnSpPr>
              <p:nvPr/>
            </p:nvCxnSpPr>
            <p:spPr>
              <a:xfrm flipV="1">
                <a:off x="4287140" y="3084007"/>
                <a:ext cx="1621933" cy="1318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Elipse 53"/>
            <p:cNvSpPr/>
            <p:nvPr/>
          </p:nvSpPr>
          <p:spPr>
            <a:xfrm>
              <a:off x="4438835" y="1491016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" name="Elipse 54"/>
            <p:cNvSpPr/>
            <p:nvPr/>
          </p:nvSpPr>
          <p:spPr>
            <a:xfrm>
              <a:off x="7176460" y="2712075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" name="Elipse 55"/>
            <p:cNvSpPr/>
            <p:nvPr/>
          </p:nvSpPr>
          <p:spPr>
            <a:xfrm>
              <a:off x="6454817" y="1387290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7" name="Rectángulo 56"/>
            <p:cNvSpPr/>
            <p:nvPr/>
          </p:nvSpPr>
          <p:spPr>
            <a:xfrm>
              <a:off x="4922330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8" name="Rectángulo 57"/>
            <p:cNvSpPr/>
            <p:nvPr/>
          </p:nvSpPr>
          <p:spPr>
            <a:xfrm>
              <a:off x="6521335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9" name="Cruz 58"/>
            <p:cNvSpPr/>
            <p:nvPr/>
          </p:nvSpPr>
          <p:spPr>
            <a:xfrm>
              <a:off x="4875663" y="1351917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0" name="Cruz 59"/>
            <p:cNvSpPr/>
            <p:nvPr/>
          </p:nvSpPr>
          <p:spPr>
            <a:xfrm>
              <a:off x="4143328" y="2677656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1" name="Arco 60"/>
            <p:cNvSpPr/>
            <p:nvPr/>
          </p:nvSpPr>
          <p:spPr>
            <a:xfrm rot="20113509">
              <a:off x="5966053" y="705513"/>
              <a:ext cx="1941521" cy="1880812"/>
            </a:xfrm>
            <a:prstGeom prst="arc">
              <a:avLst>
                <a:gd name="adj1" fmla="val 17576819"/>
                <a:gd name="adj2" fmla="val 20599700"/>
              </a:avLst>
            </a:prstGeom>
            <a:ln w="381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66" name="CuadroTexto 65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67" name="CuadroTexto 66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68" name="CuadroTexto 67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69" name="Rectángulo redondeado 68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55422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o 27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29" name="Grupo 28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31" name="Arco 30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32" name="Conector recto 31"/>
              <p:cNvCxnSpPr>
                <a:stCxn id="30" idx="0"/>
                <a:endCxn id="31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>
                <a:stCxn id="31" idx="2"/>
                <a:endCxn id="31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Elipse 29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Arco 33"/>
          <p:cNvSpPr/>
          <p:nvPr/>
        </p:nvSpPr>
        <p:spPr>
          <a:xfrm rot="13234020">
            <a:off x="3495697" y="2261531"/>
            <a:ext cx="1941521" cy="1880813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6" name="Grupo 35"/>
          <p:cNvGrpSpPr/>
          <p:nvPr/>
        </p:nvGrpSpPr>
        <p:grpSpPr>
          <a:xfrm rot="14488427">
            <a:off x="332954" y="432759"/>
            <a:ext cx="1522479" cy="1522479"/>
            <a:chOff x="3802568" y="896642"/>
            <a:chExt cx="4293869" cy="4293869"/>
          </a:xfrm>
        </p:grpSpPr>
        <p:sp>
          <p:nvSpPr>
            <p:cNvPr id="45" name="Arco 44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6" name="Conector recto 45"/>
            <p:cNvCxnSpPr>
              <a:stCxn id="47" idx="0"/>
              <a:endCxn id="45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Elipse 46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8" name="Conector recto 47"/>
            <p:cNvCxnSpPr>
              <a:stCxn id="45" idx="2"/>
              <a:endCxn id="47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Elipse 36"/>
          <p:cNvSpPr/>
          <p:nvPr/>
        </p:nvSpPr>
        <p:spPr>
          <a:xfrm>
            <a:off x="558555" y="643506"/>
            <a:ext cx="1075459" cy="10754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Elipse 37"/>
          <p:cNvSpPr/>
          <p:nvPr/>
        </p:nvSpPr>
        <p:spPr>
          <a:xfrm>
            <a:off x="1529236" y="107645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Elipse 38"/>
          <p:cNvSpPr/>
          <p:nvPr/>
        </p:nvSpPr>
        <p:spPr>
          <a:xfrm>
            <a:off x="1273363" y="60672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Rectángulo 39"/>
          <p:cNvSpPr/>
          <p:nvPr/>
        </p:nvSpPr>
        <p:spPr>
          <a:xfrm>
            <a:off x="72998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Rectángulo 40"/>
          <p:cNvSpPr/>
          <p:nvPr/>
        </p:nvSpPr>
        <p:spPr>
          <a:xfrm>
            <a:off x="129694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Cruz 41"/>
          <p:cNvSpPr/>
          <p:nvPr/>
        </p:nvSpPr>
        <p:spPr>
          <a:xfrm>
            <a:off x="713442" y="594186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Cruz 42"/>
          <p:cNvSpPr/>
          <p:nvPr/>
        </p:nvSpPr>
        <p:spPr>
          <a:xfrm>
            <a:off x="453777" y="1064254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Arco 43"/>
          <p:cNvSpPr/>
          <p:nvPr/>
        </p:nvSpPr>
        <p:spPr>
          <a:xfrm rot="13226224">
            <a:off x="195477" y="898535"/>
            <a:ext cx="688406" cy="666880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1" name="Conector recto de flecha 50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49" name="CuadroTexto 48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50" name="CuadroTexto 49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52" name="Rectángulo redondeado 51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28820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o 27"/>
          <p:cNvGrpSpPr/>
          <p:nvPr/>
        </p:nvGrpSpPr>
        <p:grpSpPr>
          <a:xfrm rot="14382872"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29" name="Grupo 28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31" name="Arco 30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32" name="Conector recto 31"/>
              <p:cNvCxnSpPr>
                <a:stCxn id="30" idx="0"/>
                <a:endCxn id="31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>
                <a:stCxn id="31" idx="2"/>
                <a:endCxn id="31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Elipse 29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Arco 33"/>
          <p:cNvSpPr/>
          <p:nvPr/>
        </p:nvSpPr>
        <p:spPr>
          <a:xfrm rot="6107119">
            <a:off x="5893666" y="3323406"/>
            <a:ext cx="1941521" cy="1880813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6" name="Grupo 35"/>
          <p:cNvGrpSpPr/>
          <p:nvPr/>
        </p:nvGrpSpPr>
        <p:grpSpPr>
          <a:xfrm rot="14488427">
            <a:off x="332954" y="432759"/>
            <a:ext cx="1522479" cy="1522479"/>
            <a:chOff x="3802568" y="896642"/>
            <a:chExt cx="4293869" cy="4293869"/>
          </a:xfrm>
        </p:grpSpPr>
        <p:sp>
          <p:nvSpPr>
            <p:cNvPr id="45" name="Arco 44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6" name="Conector recto 45"/>
            <p:cNvCxnSpPr>
              <a:stCxn id="47" idx="0"/>
              <a:endCxn id="45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Elipse 46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8" name="Conector recto 47"/>
            <p:cNvCxnSpPr>
              <a:stCxn id="45" idx="2"/>
              <a:endCxn id="47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Elipse 36"/>
          <p:cNvSpPr/>
          <p:nvPr/>
        </p:nvSpPr>
        <p:spPr>
          <a:xfrm>
            <a:off x="558555" y="643506"/>
            <a:ext cx="1075459" cy="10754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Elipse 37"/>
          <p:cNvSpPr/>
          <p:nvPr/>
        </p:nvSpPr>
        <p:spPr>
          <a:xfrm>
            <a:off x="1529236" y="107645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Elipse 38"/>
          <p:cNvSpPr/>
          <p:nvPr/>
        </p:nvSpPr>
        <p:spPr>
          <a:xfrm>
            <a:off x="1273363" y="60672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Rectángulo 39"/>
          <p:cNvSpPr/>
          <p:nvPr/>
        </p:nvSpPr>
        <p:spPr>
          <a:xfrm>
            <a:off x="72998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Rectángulo 40"/>
          <p:cNvSpPr/>
          <p:nvPr/>
        </p:nvSpPr>
        <p:spPr>
          <a:xfrm>
            <a:off x="129694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Cruz 41"/>
          <p:cNvSpPr/>
          <p:nvPr/>
        </p:nvSpPr>
        <p:spPr>
          <a:xfrm>
            <a:off x="713442" y="594186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Cruz 42"/>
          <p:cNvSpPr/>
          <p:nvPr/>
        </p:nvSpPr>
        <p:spPr>
          <a:xfrm>
            <a:off x="453777" y="1064254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Arco 43"/>
          <p:cNvSpPr/>
          <p:nvPr/>
        </p:nvSpPr>
        <p:spPr>
          <a:xfrm rot="13226224">
            <a:off x="195477" y="898535"/>
            <a:ext cx="688406" cy="666880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1" name="Conector recto de flecha 50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49" name="CuadroTexto 48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50" name="CuadroTexto 49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52" name="Rectángulo redondeado 51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12836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o 27"/>
          <p:cNvGrpSpPr/>
          <p:nvPr/>
        </p:nvGrpSpPr>
        <p:grpSpPr>
          <a:xfrm rot="14382872"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29" name="Grupo 28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31" name="Arco 30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32" name="Conector recto 31"/>
              <p:cNvCxnSpPr>
                <a:stCxn id="30" idx="0"/>
                <a:endCxn id="31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>
                <a:stCxn id="31" idx="2"/>
                <a:endCxn id="31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Elipse 29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Arco 33"/>
          <p:cNvSpPr/>
          <p:nvPr/>
        </p:nvSpPr>
        <p:spPr>
          <a:xfrm rot="6107119">
            <a:off x="5893666" y="3323406"/>
            <a:ext cx="1941521" cy="1880813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6" name="Grupo 35"/>
          <p:cNvGrpSpPr/>
          <p:nvPr/>
        </p:nvGrpSpPr>
        <p:grpSpPr>
          <a:xfrm rot="14488427">
            <a:off x="332954" y="432759"/>
            <a:ext cx="1522479" cy="1522479"/>
            <a:chOff x="3802568" y="896642"/>
            <a:chExt cx="4293869" cy="4293869"/>
          </a:xfrm>
        </p:grpSpPr>
        <p:sp>
          <p:nvSpPr>
            <p:cNvPr id="45" name="Arco 44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6" name="Conector recto 45"/>
            <p:cNvCxnSpPr>
              <a:stCxn id="47" idx="0"/>
              <a:endCxn id="45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Elipse 46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8" name="Conector recto 47"/>
            <p:cNvCxnSpPr>
              <a:stCxn id="45" idx="2"/>
              <a:endCxn id="47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Elipse 36"/>
          <p:cNvSpPr/>
          <p:nvPr/>
        </p:nvSpPr>
        <p:spPr>
          <a:xfrm>
            <a:off x="558555" y="643506"/>
            <a:ext cx="1075459" cy="10754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Elipse 37"/>
          <p:cNvSpPr/>
          <p:nvPr/>
        </p:nvSpPr>
        <p:spPr>
          <a:xfrm>
            <a:off x="1529236" y="107645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Elipse 38"/>
          <p:cNvSpPr/>
          <p:nvPr/>
        </p:nvSpPr>
        <p:spPr>
          <a:xfrm>
            <a:off x="1273363" y="60672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Rectángulo 39"/>
          <p:cNvSpPr/>
          <p:nvPr/>
        </p:nvSpPr>
        <p:spPr>
          <a:xfrm>
            <a:off x="72998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Rectángulo 40"/>
          <p:cNvSpPr/>
          <p:nvPr/>
        </p:nvSpPr>
        <p:spPr>
          <a:xfrm>
            <a:off x="129694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Cruz 41"/>
          <p:cNvSpPr/>
          <p:nvPr/>
        </p:nvSpPr>
        <p:spPr>
          <a:xfrm>
            <a:off x="713442" y="594186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Cruz 42"/>
          <p:cNvSpPr/>
          <p:nvPr/>
        </p:nvSpPr>
        <p:spPr>
          <a:xfrm>
            <a:off x="453777" y="1064254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Arco 43"/>
          <p:cNvSpPr/>
          <p:nvPr/>
        </p:nvSpPr>
        <p:spPr>
          <a:xfrm rot="13226224">
            <a:off x="195477" y="898535"/>
            <a:ext cx="688406" cy="666880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1" name="Conector recto de flecha 50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50" name="CuadroTexto 49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52" name="CuadroTexto 51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53" name="Rectángulo redondeado 52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26374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o 27"/>
          <p:cNvGrpSpPr/>
          <p:nvPr/>
        </p:nvGrpSpPr>
        <p:grpSpPr>
          <a:xfrm rot="14382872"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29" name="Grupo 28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31" name="Arco 30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32" name="Conector recto 31"/>
              <p:cNvCxnSpPr>
                <a:stCxn id="30" idx="0"/>
                <a:endCxn id="31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>
                <a:stCxn id="31" idx="2"/>
                <a:endCxn id="31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Elipse 29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Arco 33"/>
          <p:cNvSpPr/>
          <p:nvPr/>
        </p:nvSpPr>
        <p:spPr>
          <a:xfrm rot="6107119">
            <a:off x="5893666" y="3323406"/>
            <a:ext cx="1941521" cy="1880813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6" name="Grupo 35"/>
          <p:cNvGrpSpPr/>
          <p:nvPr/>
        </p:nvGrpSpPr>
        <p:grpSpPr>
          <a:xfrm rot="7226462">
            <a:off x="332954" y="432759"/>
            <a:ext cx="1522479" cy="1522479"/>
            <a:chOff x="3802568" y="896642"/>
            <a:chExt cx="4293869" cy="4293869"/>
          </a:xfrm>
        </p:grpSpPr>
        <p:sp>
          <p:nvSpPr>
            <p:cNvPr id="45" name="Arco 44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6" name="Conector recto 45"/>
            <p:cNvCxnSpPr>
              <a:stCxn id="47" idx="0"/>
              <a:endCxn id="45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Elipse 46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8" name="Conector recto 47"/>
            <p:cNvCxnSpPr>
              <a:stCxn id="45" idx="2"/>
              <a:endCxn id="47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Elipse 36"/>
          <p:cNvSpPr/>
          <p:nvPr/>
        </p:nvSpPr>
        <p:spPr>
          <a:xfrm>
            <a:off x="558555" y="643506"/>
            <a:ext cx="1075459" cy="10754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Elipse 37"/>
          <p:cNvSpPr/>
          <p:nvPr/>
        </p:nvSpPr>
        <p:spPr>
          <a:xfrm>
            <a:off x="1529236" y="107645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Elipse 38"/>
          <p:cNvSpPr/>
          <p:nvPr/>
        </p:nvSpPr>
        <p:spPr>
          <a:xfrm>
            <a:off x="1273363" y="60672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Rectángulo 39"/>
          <p:cNvSpPr/>
          <p:nvPr/>
        </p:nvSpPr>
        <p:spPr>
          <a:xfrm>
            <a:off x="72998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Rectángulo 40"/>
          <p:cNvSpPr/>
          <p:nvPr/>
        </p:nvSpPr>
        <p:spPr>
          <a:xfrm>
            <a:off x="129694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Cruz 41"/>
          <p:cNvSpPr/>
          <p:nvPr/>
        </p:nvSpPr>
        <p:spPr>
          <a:xfrm>
            <a:off x="713442" y="594186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Cruz 42"/>
          <p:cNvSpPr/>
          <p:nvPr/>
        </p:nvSpPr>
        <p:spPr>
          <a:xfrm>
            <a:off x="453777" y="1064254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Arco 43"/>
          <p:cNvSpPr/>
          <p:nvPr/>
        </p:nvSpPr>
        <p:spPr>
          <a:xfrm rot="6388085">
            <a:off x="1068034" y="1345773"/>
            <a:ext cx="688406" cy="666880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1" name="Conector recto de flecha 50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50" name="CuadroTexto 49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52" name="CuadroTexto 51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53" name="Rectángulo redondeado 52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88397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6" name="Grupo 35"/>
          <p:cNvGrpSpPr/>
          <p:nvPr/>
        </p:nvGrpSpPr>
        <p:grpSpPr>
          <a:xfrm rot="7226462">
            <a:off x="332954" y="432759"/>
            <a:ext cx="1522479" cy="1522479"/>
            <a:chOff x="3802568" y="896642"/>
            <a:chExt cx="4293869" cy="4293869"/>
          </a:xfrm>
        </p:grpSpPr>
        <p:sp>
          <p:nvSpPr>
            <p:cNvPr id="45" name="Arco 44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6" name="Conector recto 45"/>
            <p:cNvCxnSpPr>
              <a:stCxn id="47" idx="0"/>
              <a:endCxn id="45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Elipse 46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8" name="Conector recto 47"/>
            <p:cNvCxnSpPr>
              <a:stCxn id="45" idx="2"/>
              <a:endCxn id="47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Elipse 36"/>
          <p:cNvSpPr/>
          <p:nvPr/>
        </p:nvSpPr>
        <p:spPr>
          <a:xfrm>
            <a:off x="558555" y="643506"/>
            <a:ext cx="1075459" cy="10754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Elipse 37"/>
          <p:cNvSpPr/>
          <p:nvPr/>
        </p:nvSpPr>
        <p:spPr>
          <a:xfrm>
            <a:off x="1529236" y="107645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Elipse 38"/>
          <p:cNvSpPr/>
          <p:nvPr/>
        </p:nvSpPr>
        <p:spPr>
          <a:xfrm>
            <a:off x="1273363" y="60672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Rectángulo 39"/>
          <p:cNvSpPr/>
          <p:nvPr/>
        </p:nvSpPr>
        <p:spPr>
          <a:xfrm>
            <a:off x="72998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Rectángulo 40"/>
          <p:cNvSpPr/>
          <p:nvPr/>
        </p:nvSpPr>
        <p:spPr>
          <a:xfrm>
            <a:off x="129694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Cruz 41"/>
          <p:cNvSpPr/>
          <p:nvPr/>
        </p:nvSpPr>
        <p:spPr>
          <a:xfrm>
            <a:off x="713442" y="594186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Cruz 42"/>
          <p:cNvSpPr/>
          <p:nvPr/>
        </p:nvSpPr>
        <p:spPr>
          <a:xfrm>
            <a:off x="453777" y="1064254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Arco 43"/>
          <p:cNvSpPr/>
          <p:nvPr/>
        </p:nvSpPr>
        <p:spPr>
          <a:xfrm rot="6388085">
            <a:off x="1068034" y="1345773"/>
            <a:ext cx="688406" cy="666880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1" name="Conector recto de flecha 50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o 48"/>
          <p:cNvGrpSpPr/>
          <p:nvPr/>
        </p:nvGrpSpPr>
        <p:grpSpPr>
          <a:xfrm>
            <a:off x="3802568" y="738182"/>
            <a:ext cx="4293869" cy="4452329"/>
            <a:chOff x="3802568" y="738182"/>
            <a:chExt cx="4293869" cy="4452329"/>
          </a:xfrm>
        </p:grpSpPr>
        <p:grpSp>
          <p:nvGrpSpPr>
            <p:cNvPr id="50" name="Grupo 49"/>
            <p:cNvGrpSpPr/>
            <p:nvPr/>
          </p:nvGrpSpPr>
          <p:grpSpPr>
            <a:xfrm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60" name="Arco 59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1" name="Conector recto 60"/>
              <p:cNvCxnSpPr>
                <a:stCxn id="62" idx="0"/>
                <a:endCxn id="60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Elipse 61"/>
              <p:cNvSpPr/>
              <p:nvPr/>
            </p:nvSpPr>
            <p:spPr>
              <a:xfrm>
                <a:off x="5894772" y="3000654"/>
                <a:ext cx="97654" cy="976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3" name="Conector recto 62"/>
              <p:cNvCxnSpPr>
                <a:stCxn id="60" idx="2"/>
                <a:endCxn id="62" idx="3"/>
              </p:cNvCxnSpPr>
              <p:nvPr/>
            </p:nvCxnSpPr>
            <p:spPr>
              <a:xfrm flipV="1">
                <a:off x="4287140" y="3084007"/>
                <a:ext cx="1621933" cy="1318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Elipse 51"/>
            <p:cNvSpPr/>
            <p:nvPr/>
          </p:nvSpPr>
          <p:spPr>
            <a:xfrm>
              <a:off x="4438835" y="1491016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" name="Elipse 52"/>
            <p:cNvSpPr/>
            <p:nvPr/>
          </p:nvSpPr>
          <p:spPr>
            <a:xfrm>
              <a:off x="7176460" y="2712075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" name="Elipse 53"/>
            <p:cNvSpPr/>
            <p:nvPr/>
          </p:nvSpPr>
          <p:spPr>
            <a:xfrm>
              <a:off x="6454817" y="1387290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" name="Rectángulo 54"/>
            <p:cNvSpPr/>
            <p:nvPr/>
          </p:nvSpPr>
          <p:spPr>
            <a:xfrm>
              <a:off x="4922330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" name="Rectángulo 55"/>
            <p:cNvSpPr/>
            <p:nvPr/>
          </p:nvSpPr>
          <p:spPr>
            <a:xfrm>
              <a:off x="6521335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7" name="Cruz 56"/>
            <p:cNvSpPr/>
            <p:nvPr/>
          </p:nvSpPr>
          <p:spPr>
            <a:xfrm>
              <a:off x="4875663" y="1351917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8" name="Cruz 57"/>
            <p:cNvSpPr/>
            <p:nvPr/>
          </p:nvSpPr>
          <p:spPr>
            <a:xfrm>
              <a:off x="4143328" y="2677656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9" name="Arco 58"/>
            <p:cNvSpPr/>
            <p:nvPr/>
          </p:nvSpPr>
          <p:spPr>
            <a:xfrm rot="20113509">
              <a:off x="5550574" y="738182"/>
              <a:ext cx="1941521" cy="1880813"/>
            </a:xfrm>
            <a:prstGeom prst="arc">
              <a:avLst>
                <a:gd name="adj1" fmla="val 17576819"/>
                <a:gd name="adj2" fmla="val 20599700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64" name="CuadroTexto 63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65" name="CuadroTexto 64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66" name="CuadroTexto 65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67" name="Rectángulo redondeado 66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69459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6" name="Grupo 35"/>
          <p:cNvGrpSpPr/>
          <p:nvPr/>
        </p:nvGrpSpPr>
        <p:grpSpPr>
          <a:xfrm rot="7226462">
            <a:off x="332954" y="432759"/>
            <a:ext cx="1522479" cy="1522479"/>
            <a:chOff x="3802568" y="896642"/>
            <a:chExt cx="4293869" cy="4293869"/>
          </a:xfrm>
        </p:grpSpPr>
        <p:sp>
          <p:nvSpPr>
            <p:cNvPr id="45" name="Arco 44"/>
            <p:cNvSpPr/>
            <p:nvPr/>
          </p:nvSpPr>
          <p:spPr>
            <a:xfrm rot="6419684">
              <a:off x="3802568" y="896642"/>
              <a:ext cx="4293869" cy="4293869"/>
            </a:xfrm>
            <a:prstGeom prst="arc">
              <a:avLst>
                <a:gd name="adj1" fmla="val 10231534"/>
                <a:gd name="adj2" fmla="val 2024791"/>
              </a:avLst>
            </a:prstGeom>
            <a:solidFill>
              <a:schemeClr val="bg1">
                <a:lumMod val="75000"/>
                <a:alpha val="3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6" name="Conector recto 45"/>
            <p:cNvCxnSpPr>
              <a:stCxn id="47" idx="0"/>
              <a:endCxn id="45" idx="0"/>
            </p:cNvCxnSpPr>
            <p:nvPr/>
          </p:nvCxnSpPr>
          <p:spPr>
            <a:xfrm flipV="1">
              <a:off x="5943599" y="915109"/>
              <a:ext cx="286889" cy="2085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Elipse 46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8" name="Conector recto 47"/>
            <p:cNvCxnSpPr>
              <a:stCxn id="45" idx="2"/>
              <a:endCxn id="47" idx="3"/>
            </p:cNvCxnSpPr>
            <p:nvPr/>
          </p:nvCxnSpPr>
          <p:spPr>
            <a:xfrm flipV="1">
              <a:off x="4287140" y="3084007"/>
              <a:ext cx="1621933" cy="1318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Elipse 36"/>
          <p:cNvSpPr/>
          <p:nvPr/>
        </p:nvSpPr>
        <p:spPr>
          <a:xfrm>
            <a:off x="558555" y="643506"/>
            <a:ext cx="1075459" cy="10754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Elipse 37"/>
          <p:cNvSpPr/>
          <p:nvPr/>
        </p:nvSpPr>
        <p:spPr>
          <a:xfrm>
            <a:off x="1529236" y="107645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Elipse 38"/>
          <p:cNvSpPr/>
          <p:nvPr/>
        </p:nvSpPr>
        <p:spPr>
          <a:xfrm>
            <a:off x="1273363" y="606728"/>
            <a:ext cx="209556" cy="20955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Rectángulo 39"/>
          <p:cNvSpPr/>
          <p:nvPr/>
        </p:nvSpPr>
        <p:spPr>
          <a:xfrm>
            <a:off x="72998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Rectángulo 40"/>
          <p:cNvSpPr/>
          <p:nvPr/>
        </p:nvSpPr>
        <p:spPr>
          <a:xfrm>
            <a:off x="1296948" y="1575096"/>
            <a:ext cx="162385" cy="1623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Cruz 41"/>
          <p:cNvSpPr/>
          <p:nvPr/>
        </p:nvSpPr>
        <p:spPr>
          <a:xfrm>
            <a:off x="713442" y="594186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Cruz 42"/>
          <p:cNvSpPr/>
          <p:nvPr/>
        </p:nvSpPr>
        <p:spPr>
          <a:xfrm>
            <a:off x="453777" y="1064254"/>
            <a:ext cx="207249" cy="207249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Arco 43"/>
          <p:cNvSpPr/>
          <p:nvPr/>
        </p:nvSpPr>
        <p:spPr>
          <a:xfrm rot="6388085">
            <a:off x="1068034" y="1345773"/>
            <a:ext cx="688406" cy="666880"/>
          </a:xfrm>
          <a:prstGeom prst="arc">
            <a:avLst>
              <a:gd name="adj1" fmla="val 17576819"/>
              <a:gd name="adj2" fmla="val 20599700"/>
            </a:avLst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1" name="Conector recto de flecha 50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o 48"/>
          <p:cNvGrpSpPr/>
          <p:nvPr/>
        </p:nvGrpSpPr>
        <p:grpSpPr>
          <a:xfrm>
            <a:off x="3802568" y="738182"/>
            <a:ext cx="4293869" cy="4452329"/>
            <a:chOff x="3802568" y="738182"/>
            <a:chExt cx="4293869" cy="4452329"/>
          </a:xfrm>
        </p:grpSpPr>
        <p:grpSp>
          <p:nvGrpSpPr>
            <p:cNvPr id="50" name="Grupo 49"/>
            <p:cNvGrpSpPr/>
            <p:nvPr/>
          </p:nvGrpSpPr>
          <p:grpSpPr>
            <a:xfrm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60" name="Arco 59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1" name="Conector recto 60"/>
              <p:cNvCxnSpPr>
                <a:stCxn id="62" idx="0"/>
                <a:endCxn id="60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Elipse 61"/>
              <p:cNvSpPr/>
              <p:nvPr/>
            </p:nvSpPr>
            <p:spPr>
              <a:xfrm>
                <a:off x="5894772" y="3000654"/>
                <a:ext cx="97654" cy="976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3" name="Conector recto 62"/>
              <p:cNvCxnSpPr>
                <a:stCxn id="60" idx="2"/>
                <a:endCxn id="62" idx="3"/>
              </p:cNvCxnSpPr>
              <p:nvPr/>
            </p:nvCxnSpPr>
            <p:spPr>
              <a:xfrm flipV="1">
                <a:off x="4287140" y="3084007"/>
                <a:ext cx="1621933" cy="1318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Elipse 51"/>
            <p:cNvSpPr/>
            <p:nvPr/>
          </p:nvSpPr>
          <p:spPr>
            <a:xfrm>
              <a:off x="4438835" y="1491016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" name="Elipse 52"/>
            <p:cNvSpPr/>
            <p:nvPr/>
          </p:nvSpPr>
          <p:spPr>
            <a:xfrm>
              <a:off x="7176460" y="2712075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" name="Elipse 53"/>
            <p:cNvSpPr/>
            <p:nvPr/>
          </p:nvSpPr>
          <p:spPr>
            <a:xfrm>
              <a:off x="6454817" y="1387290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" name="Rectángulo 54"/>
            <p:cNvSpPr/>
            <p:nvPr/>
          </p:nvSpPr>
          <p:spPr>
            <a:xfrm>
              <a:off x="4922330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" name="Rectángulo 55"/>
            <p:cNvSpPr/>
            <p:nvPr/>
          </p:nvSpPr>
          <p:spPr>
            <a:xfrm>
              <a:off x="6521335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7" name="Cruz 56"/>
            <p:cNvSpPr/>
            <p:nvPr/>
          </p:nvSpPr>
          <p:spPr>
            <a:xfrm>
              <a:off x="4875663" y="1351917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8" name="Cruz 57"/>
            <p:cNvSpPr/>
            <p:nvPr/>
          </p:nvSpPr>
          <p:spPr>
            <a:xfrm>
              <a:off x="4143328" y="2677656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9" name="Arco 58"/>
            <p:cNvSpPr/>
            <p:nvPr/>
          </p:nvSpPr>
          <p:spPr>
            <a:xfrm rot="20113509">
              <a:off x="5550574" y="738182"/>
              <a:ext cx="1941521" cy="1880813"/>
            </a:xfrm>
            <a:prstGeom prst="arc">
              <a:avLst>
                <a:gd name="adj1" fmla="val 17576819"/>
                <a:gd name="adj2" fmla="val 20599700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cxnSp>
        <p:nvCxnSpPr>
          <p:cNvPr id="64" name="Conector recto de flecha 63"/>
          <p:cNvCxnSpPr/>
          <p:nvPr/>
        </p:nvCxnSpPr>
        <p:spPr>
          <a:xfrm>
            <a:off x="9166758" y="4576367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64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66" name="CuadroTexto 65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67" name="CuadroTexto 66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68" name="Rectángulo redondeado 67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68458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1" name="Conector recto de flecha 50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o 4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50" name="Grupo 49"/>
            <p:cNvGrpSpPr/>
            <p:nvPr/>
          </p:nvGrpSpPr>
          <p:grpSpPr>
            <a:xfrm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60" name="Arco 59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1" name="Conector recto 60"/>
              <p:cNvCxnSpPr>
                <a:stCxn id="62" idx="0"/>
                <a:endCxn id="60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Elipse 61"/>
              <p:cNvSpPr/>
              <p:nvPr/>
            </p:nvSpPr>
            <p:spPr>
              <a:xfrm>
                <a:off x="5894772" y="3000654"/>
                <a:ext cx="97654" cy="976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3" name="Conector recto 62"/>
              <p:cNvCxnSpPr>
                <a:stCxn id="60" idx="2"/>
                <a:endCxn id="62" idx="3"/>
              </p:cNvCxnSpPr>
              <p:nvPr/>
            </p:nvCxnSpPr>
            <p:spPr>
              <a:xfrm flipV="1">
                <a:off x="4287140" y="3084007"/>
                <a:ext cx="1621933" cy="1318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Elipse 51"/>
            <p:cNvSpPr/>
            <p:nvPr/>
          </p:nvSpPr>
          <p:spPr>
            <a:xfrm>
              <a:off x="4438835" y="1491016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" name="Elipse 52"/>
            <p:cNvSpPr/>
            <p:nvPr/>
          </p:nvSpPr>
          <p:spPr>
            <a:xfrm>
              <a:off x="7176460" y="2712075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" name="Elipse 53"/>
            <p:cNvSpPr/>
            <p:nvPr/>
          </p:nvSpPr>
          <p:spPr>
            <a:xfrm>
              <a:off x="6454817" y="1387290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" name="Rectángulo 54"/>
            <p:cNvSpPr/>
            <p:nvPr/>
          </p:nvSpPr>
          <p:spPr>
            <a:xfrm>
              <a:off x="4922330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" name="Rectángulo 55"/>
            <p:cNvSpPr/>
            <p:nvPr/>
          </p:nvSpPr>
          <p:spPr>
            <a:xfrm>
              <a:off x="6521335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7" name="Cruz 56"/>
            <p:cNvSpPr/>
            <p:nvPr/>
          </p:nvSpPr>
          <p:spPr>
            <a:xfrm>
              <a:off x="4875663" y="1351917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8" name="Cruz 57"/>
            <p:cNvSpPr/>
            <p:nvPr/>
          </p:nvSpPr>
          <p:spPr>
            <a:xfrm>
              <a:off x="4143328" y="2677656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cxnSp>
        <p:nvCxnSpPr>
          <p:cNvPr id="64" name="Conector recto de flecha 63"/>
          <p:cNvCxnSpPr/>
          <p:nvPr/>
        </p:nvCxnSpPr>
        <p:spPr>
          <a:xfrm>
            <a:off x="9166758" y="4576367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64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66" name="CuadroTexto 65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67" name="CuadroTexto 66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68" name="Rectángulo redondeado 67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1382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1" name="Conector recto de flecha 50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o 4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50" name="Grupo 49"/>
            <p:cNvGrpSpPr/>
            <p:nvPr/>
          </p:nvGrpSpPr>
          <p:grpSpPr>
            <a:xfrm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60" name="Arco 59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1" name="Conector recto 60"/>
              <p:cNvCxnSpPr>
                <a:stCxn id="62" idx="0"/>
                <a:endCxn id="60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Elipse 61"/>
              <p:cNvSpPr/>
              <p:nvPr/>
            </p:nvSpPr>
            <p:spPr>
              <a:xfrm>
                <a:off x="5894772" y="3000654"/>
                <a:ext cx="97654" cy="976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3" name="Conector recto 62"/>
              <p:cNvCxnSpPr>
                <a:stCxn id="60" idx="2"/>
                <a:endCxn id="62" idx="3"/>
              </p:cNvCxnSpPr>
              <p:nvPr/>
            </p:nvCxnSpPr>
            <p:spPr>
              <a:xfrm flipV="1">
                <a:off x="4287140" y="3084007"/>
                <a:ext cx="1621933" cy="1318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Elipse 51"/>
            <p:cNvSpPr/>
            <p:nvPr/>
          </p:nvSpPr>
          <p:spPr>
            <a:xfrm>
              <a:off x="4438835" y="1491016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" name="Elipse 52"/>
            <p:cNvSpPr/>
            <p:nvPr/>
          </p:nvSpPr>
          <p:spPr>
            <a:xfrm>
              <a:off x="7176460" y="2712075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" name="Elipse 53"/>
            <p:cNvSpPr/>
            <p:nvPr/>
          </p:nvSpPr>
          <p:spPr>
            <a:xfrm>
              <a:off x="6454817" y="1387290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" name="Rectángulo 54"/>
            <p:cNvSpPr/>
            <p:nvPr/>
          </p:nvSpPr>
          <p:spPr>
            <a:xfrm>
              <a:off x="4922330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" name="Rectángulo 55"/>
            <p:cNvSpPr/>
            <p:nvPr/>
          </p:nvSpPr>
          <p:spPr>
            <a:xfrm>
              <a:off x="6521335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7" name="Cruz 56"/>
            <p:cNvSpPr/>
            <p:nvPr/>
          </p:nvSpPr>
          <p:spPr>
            <a:xfrm>
              <a:off x="4875663" y="1351917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8" name="Cruz 57"/>
            <p:cNvSpPr/>
            <p:nvPr/>
          </p:nvSpPr>
          <p:spPr>
            <a:xfrm>
              <a:off x="4143328" y="2677656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cxnSp>
        <p:nvCxnSpPr>
          <p:cNvPr id="64" name="Conector recto de flecha 63"/>
          <p:cNvCxnSpPr/>
          <p:nvPr/>
        </p:nvCxnSpPr>
        <p:spPr>
          <a:xfrm>
            <a:off x="9166758" y="4576367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208" y="2761040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064" y="1394446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36" name="CuadroTexto 35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37" name="CuadroTexto 36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38" name="Rectángulo redondeado 37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82198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1" name="Conector recto de flecha 50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o 4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50" name="Grupo 49"/>
            <p:cNvGrpSpPr/>
            <p:nvPr/>
          </p:nvGrpSpPr>
          <p:grpSpPr>
            <a:xfrm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60" name="Arco 59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1" name="Conector recto 60"/>
              <p:cNvCxnSpPr>
                <a:stCxn id="62" idx="0"/>
                <a:endCxn id="60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Elipse 61"/>
              <p:cNvSpPr/>
              <p:nvPr/>
            </p:nvSpPr>
            <p:spPr>
              <a:xfrm>
                <a:off x="5894772" y="3000654"/>
                <a:ext cx="97654" cy="976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3" name="Conector recto 62"/>
              <p:cNvCxnSpPr>
                <a:stCxn id="60" idx="2"/>
                <a:endCxn id="62" idx="3"/>
              </p:cNvCxnSpPr>
              <p:nvPr/>
            </p:nvCxnSpPr>
            <p:spPr>
              <a:xfrm flipV="1">
                <a:off x="4287140" y="3084007"/>
                <a:ext cx="1621933" cy="1318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Elipse 51"/>
            <p:cNvSpPr/>
            <p:nvPr/>
          </p:nvSpPr>
          <p:spPr>
            <a:xfrm>
              <a:off x="4438835" y="1491016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" name="Elipse 52"/>
            <p:cNvSpPr/>
            <p:nvPr/>
          </p:nvSpPr>
          <p:spPr>
            <a:xfrm>
              <a:off x="7176460" y="2712075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" name="Elipse 53"/>
            <p:cNvSpPr/>
            <p:nvPr/>
          </p:nvSpPr>
          <p:spPr>
            <a:xfrm>
              <a:off x="6454817" y="1387290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" name="Rectángulo 54"/>
            <p:cNvSpPr/>
            <p:nvPr/>
          </p:nvSpPr>
          <p:spPr>
            <a:xfrm>
              <a:off x="4922330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" name="Rectángulo 55"/>
            <p:cNvSpPr/>
            <p:nvPr/>
          </p:nvSpPr>
          <p:spPr>
            <a:xfrm>
              <a:off x="6521335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7" name="Cruz 56"/>
            <p:cNvSpPr/>
            <p:nvPr/>
          </p:nvSpPr>
          <p:spPr>
            <a:xfrm>
              <a:off x="4875663" y="1351917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8" name="Cruz 57"/>
            <p:cNvSpPr/>
            <p:nvPr/>
          </p:nvSpPr>
          <p:spPr>
            <a:xfrm>
              <a:off x="4143328" y="2677656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cxnSp>
        <p:nvCxnSpPr>
          <p:cNvPr id="64" name="Conector recto de flecha 63"/>
          <p:cNvCxnSpPr/>
          <p:nvPr/>
        </p:nvCxnSpPr>
        <p:spPr>
          <a:xfrm>
            <a:off x="9166758" y="4576367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379" y="4123890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76" y="4146082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208" y="2761040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064" y="1394446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36" name="CuadroTexto 35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37" name="CuadroTexto 36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38" name="Rectángulo redondeado 37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88039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ruz 19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1" name="Conector recto de flecha 50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o 4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50" name="Grupo 49"/>
            <p:cNvGrpSpPr/>
            <p:nvPr/>
          </p:nvGrpSpPr>
          <p:grpSpPr>
            <a:xfrm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60" name="Arco 59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1" name="Conector recto 60"/>
              <p:cNvCxnSpPr>
                <a:stCxn id="62" idx="0"/>
                <a:endCxn id="60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Elipse 61"/>
              <p:cNvSpPr/>
              <p:nvPr/>
            </p:nvSpPr>
            <p:spPr>
              <a:xfrm>
                <a:off x="5894772" y="3000654"/>
                <a:ext cx="97654" cy="976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63" name="Conector recto 62"/>
              <p:cNvCxnSpPr>
                <a:stCxn id="60" idx="2"/>
                <a:endCxn id="62" idx="3"/>
              </p:cNvCxnSpPr>
              <p:nvPr/>
            </p:nvCxnSpPr>
            <p:spPr>
              <a:xfrm flipV="1">
                <a:off x="4287140" y="3084007"/>
                <a:ext cx="1621933" cy="1318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Elipse 51"/>
            <p:cNvSpPr/>
            <p:nvPr/>
          </p:nvSpPr>
          <p:spPr>
            <a:xfrm>
              <a:off x="4438835" y="1491016"/>
              <a:ext cx="3033132" cy="3033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" name="Elipse 52"/>
            <p:cNvSpPr/>
            <p:nvPr/>
          </p:nvSpPr>
          <p:spPr>
            <a:xfrm>
              <a:off x="7176460" y="2712075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4" name="Elipse 53"/>
            <p:cNvSpPr/>
            <p:nvPr/>
          </p:nvSpPr>
          <p:spPr>
            <a:xfrm>
              <a:off x="6454817" y="1387290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5" name="Rectángulo 54"/>
            <p:cNvSpPr/>
            <p:nvPr/>
          </p:nvSpPr>
          <p:spPr>
            <a:xfrm>
              <a:off x="4922330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" name="Rectángulo 55"/>
            <p:cNvSpPr/>
            <p:nvPr/>
          </p:nvSpPr>
          <p:spPr>
            <a:xfrm>
              <a:off x="6521335" y="4118390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7" name="Cruz 56"/>
            <p:cNvSpPr/>
            <p:nvPr/>
          </p:nvSpPr>
          <p:spPr>
            <a:xfrm>
              <a:off x="4875663" y="1351917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8" name="Cruz 57"/>
            <p:cNvSpPr/>
            <p:nvPr/>
          </p:nvSpPr>
          <p:spPr>
            <a:xfrm>
              <a:off x="4143328" y="2677656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cxnSp>
        <p:nvCxnSpPr>
          <p:cNvPr id="64" name="Conector recto de flecha 63"/>
          <p:cNvCxnSpPr/>
          <p:nvPr/>
        </p:nvCxnSpPr>
        <p:spPr>
          <a:xfrm>
            <a:off x="9166758" y="4576367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49" y="1367277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01" y="2696528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379" y="4123890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76" y="4146082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208" y="2761040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064" y="1394446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36" name="CuadroTexto 35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37" name="CuadroTexto 36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38" name="Rectángulo redondeado 37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38702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10" name="Grupo 9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3" name="Arco 12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5" name="Conector recto 14"/>
              <p:cNvCxnSpPr>
                <a:stCxn id="11" idx="0"/>
                <a:endCxn id="13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/>
              <p:cNvCxnSpPr>
                <a:stCxn id="13" idx="2"/>
                <a:endCxn id="13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Elipse 10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166758" y="4576367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49" y="1367277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01" y="2696528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379" y="4123890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76" y="4146082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208" y="2761040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064" y="1394446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44" name="CuadroTexto 43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45" name="CuadroTexto 44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46" name="Rectángulo redondeado 45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07531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10" name="Grupo 9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3" name="Arco 12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5" name="Conector recto 14"/>
              <p:cNvCxnSpPr>
                <a:stCxn id="11" idx="0"/>
                <a:endCxn id="13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/>
              <p:cNvCxnSpPr>
                <a:stCxn id="13" idx="2"/>
                <a:endCxn id="13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Elipse 10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166758" y="4576367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28" name="CuadroTexto 27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29" name="CuadroTexto 28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30" name="Rectángulo redondeado 29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64661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10" name="Grupo 9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3" name="Arco 12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5" name="Conector recto 14"/>
              <p:cNvCxnSpPr>
                <a:stCxn id="11" idx="0"/>
                <a:endCxn id="13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/>
              <p:cNvCxnSpPr>
                <a:stCxn id="13" idx="2"/>
                <a:endCxn id="13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Elipse 10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166758" y="4576367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576" y="2764817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288" y="1467600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29" name="CuadroTexto 28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30" name="CuadroTexto 29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37" name="Rectángulo redondeado 36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09080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10" name="Grupo 9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3" name="Arco 12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5" name="Conector recto 14"/>
              <p:cNvCxnSpPr>
                <a:stCxn id="11" idx="0"/>
                <a:endCxn id="13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/>
              <p:cNvCxnSpPr>
                <a:stCxn id="13" idx="2"/>
                <a:endCxn id="13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Elipse 10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166758" y="4576367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576" y="2764817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288" y="1467600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272" y="4051178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582" y="4087682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29" name="CuadroTexto 28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30" name="CuadroTexto 29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37" name="Rectángulo redondeado 36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7963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10" name="Grupo 9"/>
            <p:cNvGrpSpPr/>
            <p:nvPr/>
          </p:nvGrpSpPr>
          <p:grpSpPr>
            <a:xfrm rot="1445618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3" name="Arco 12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5" name="Conector recto 14"/>
              <p:cNvCxnSpPr>
                <a:stCxn id="11" idx="0"/>
                <a:endCxn id="13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/>
              <p:cNvCxnSpPr>
                <a:stCxn id="13" idx="2"/>
                <a:endCxn id="13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Elipse 10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166758" y="4576367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576" y="2764817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308" y="1371718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288" y="1467600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148" y="2673542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272" y="4051178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582" y="4087682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29" name="CuadroTexto 28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30" name="CuadroTexto 29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37" name="Rectángulo redondeado 36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10622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802568" y="896642"/>
            <a:ext cx="4293869" cy="4293869"/>
            <a:chOff x="3802568" y="896642"/>
            <a:chExt cx="4293869" cy="4293869"/>
          </a:xfrm>
        </p:grpSpPr>
        <p:grpSp>
          <p:nvGrpSpPr>
            <p:cNvPr id="10" name="Grupo 9"/>
            <p:cNvGrpSpPr/>
            <p:nvPr/>
          </p:nvGrpSpPr>
          <p:grpSpPr>
            <a:xfrm rot="7091756">
              <a:off x="3802568" y="896642"/>
              <a:ext cx="4293869" cy="4293869"/>
              <a:chOff x="3802568" y="896642"/>
              <a:chExt cx="4293869" cy="4293869"/>
            </a:xfrm>
          </p:grpSpPr>
          <p:sp>
            <p:nvSpPr>
              <p:cNvPr id="13" name="Arco 12"/>
              <p:cNvSpPr/>
              <p:nvPr/>
            </p:nvSpPr>
            <p:spPr>
              <a:xfrm rot="6419684">
                <a:off x="3802568" y="896642"/>
                <a:ext cx="4293869" cy="4293869"/>
              </a:xfrm>
              <a:prstGeom prst="arc">
                <a:avLst>
                  <a:gd name="adj1" fmla="val 10231534"/>
                  <a:gd name="adj2" fmla="val 2024791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5" name="Conector recto 14"/>
              <p:cNvCxnSpPr>
                <a:stCxn id="11" idx="0"/>
                <a:endCxn id="13" idx="0"/>
              </p:cNvCxnSpPr>
              <p:nvPr/>
            </p:nvCxnSpPr>
            <p:spPr>
              <a:xfrm flipV="1">
                <a:off x="5943599" y="915109"/>
                <a:ext cx="286889" cy="20855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/>
              <p:cNvCxnSpPr>
                <a:stCxn id="13" idx="2"/>
                <a:endCxn id="13" idx="1"/>
              </p:cNvCxnSpPr>
              <p:nvPr/>
            </p:nvCxnSpPr>
            <p:spPr>
              <a:xfrm rot="7143814" flipH="1" flipV="1">
                <a:off x="4120772" y="3326370"/>
                <a:ext cx="1995096" cy="7930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Elipse 10"/>
            <p:cNvSpPr/>
            <p:nvPr/>
          </p:nvSpPr>
          <p:spPr>
            <a:xfrm>
              <a:off x="5894772" y="3000654"/>
              <a:ext cx="97654" cy="97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" name="Elipse 3"/>
          <p:cNvSpPr/>
          <p:nvPr/>
        </p:nvSpPr>
        <p:spPr>
          <a:xfrm>
            <a:off x="4438835" y="1491016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/>
          <p:cNvSpPr/>
          <p:nvPr/>
        </p:nvSpPr>
        <p:spPr>
          <a:xfrm>
            <a:off x="7176460" y="2712075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/>
          <p:cNvSpPr/>
          <p:nvPr/>
        </p:nvSpPr>
        <p:spPr>
          <a:xfrm>
            <a:off x="6454817" y="13872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4922330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521335" y="4118390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4875663" y="135191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4143328" y="2677656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8672878" y="3917074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159435" y="3939641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9419306" y="5296235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166758" y="4576367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9966365" y="4669654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9396537" y="4231894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576" y="2764817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308" y="1371718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Archivo:X mark.svg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288" y="1467600"/>
            <a:ext cx="438736" cy="50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148" y="2673542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272" y="4051178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Archivo:Green check.svg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582" y="4087682"/>
            <a:ext cx="417737" cy="4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9482110" y="663208"/>
            <a:ext cx="21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“copiones”</a:t>
            </a:r>
            <a:endParaRPr lang="es-CO" sz="3000" dirty="0"/>
          </a:p>
        </p:txBody>
      </p:sp>
      <p:sp>
        <p:nvSpPr>
          <p:cNvPr id="44" name="CuadroTexto 43"/>
          <p:cNvSpPr txBox="1"/>
          <p:nvPr/>
        </p:nvSpPr>
        <p:spPr>
          <a:xfrm>
            <a:off x="9515572" y="1349162"/>
            <a:ext cx="16401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N=6, B=4</a:t>
            </a:r>
            <a:endParaRPr lang="es-CO" sz="3000" dirty="0"/>
          </a:p>
        </p:txBody>
      </p:sp>
      <p:sp>
        <p:nvSpPr>
          <p:cNvPr id="45" name="CuadroTexto 44"/>
          <p:cNvSpPr txBox="1"/>
          <p:nvPr/>
        </p:nvSpPr>
        <p:spPr>
          <a:xfrm>
            <a:off x="8624168" y="1985714"/>
            <a:ext cx="3153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/>
              <a:t>c</a:t>
            </a:r>
            <a:r>
              <a:rPr lang="es-ES" sz="3000" dirty="0" smtClean="0"/>
              <a:t>opiar la acción de mi vecino en la ronda anterior</a:t>
            </a:r>
            <a:endParaRPr lang="es-CO" sz="3000" dirty="0"/>
          </a:p>
        </p:txBody>
      </p:sp>
      <p:sp>
        <p:nvSpPr>
          <p:cNvPr id="46" name="Rectángulo redondeado 45"/>
          <p:cNvSpPr/>
          <p:nvPr/>
        </p:nvSpPr>
        <p:spPr>
          <a:xfrm>
            <a:off x="8513685" y="2035116"/>
            <a:ext cx="3391270" cy="142792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86966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/>
          <p:cNvSpPr/>
          <p:nvPr/>
        </p:nvSpPr>
        <p:spPr>
          <a:xfrm>
            <a:off x="10769364" y="396423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Elipse 43"/>
          <p:cNvSpPr/>
          <p:nvPr/>
        </p:nvSpPr>
        <p:spPr>
          <a:xfrm>
            <a:off x="11491007" y="1721208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10835882" y="3127523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9236877" y="3127523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ruz 17"/>
          <p:cNvSpPr/>
          <p:nvPr/>
        </p:nvSpPr>
        <p:spPr>
          <a:xfrm>
            <a:off x="8457875" y="1686789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ruz 16"/>
          <p:cNvSpPr/>
          <p:nvPr/>
        </p:nvSpPr>
        <p:spPr>
          <a:xfrm>
            <a:off x="9190210" y="361050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7151518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6258545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2411121" y="233151"/>
            <a:ext cx="488941" cy="480554"/>
            <a:chOff x="10307725" y="342457"/>
            <a:chExt cx="591014" cy="591014"/>
          </a:xfrm>
        </p:grpSpPr>
        <p:sp>
          <p:nvSpPr>
            <p:cNvPr id="37" name="Elipse 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3887163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2411121" y="233151"/>
            <a:ext cx="488941" cy="480554"/>
            <a:chOff x="10307725" y="342457"/>
            <a:chExt cx="591014" cy="591014"/>
          </a:xfrm>
        </p:grpSpPr>
        <p:sp>
          <p:nvSpPr>
            <p:cNvPr id="37" name="Elipse 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3026572" y="1025788"/>
            <a:ext cx="378881" cy="372382"/>
            <a:chOff x="10374243" y="3073557"/>
            <a:chExt cx="457977" cy="457977"/>
          </a:xfrm>
        </p:grpSpPr>
        <p:sp>
          <p:nvSpPr>
            <p:cNvPr id="40" name="Rectángulo 39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1" name="Conector recto de flecha 10"/>
          <p:cNvCxnSpPr>
            <a:stCxn id="37" idx="6"/>
            <a:endCxn id="41" idx="0"/>
          </p:cNvCxnSpPr>
          <p:nvPr/>
        </p:nvCxnSpPr>
        <p:spPr>
          <a:xfrm>
            <a:off x="2900062" y="473428"/>
            <a:ext cx="314082" cy="55261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18984558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2411121" y="233151"/>
            <a:ext cx="488941" cy="480554"/>
            <a:chOff x="10307725" y="342457"/>
            <a:chExt cx="591014" cy="591014"/>
          </a:xfrm>
        </p:grpSpPr>
        <p:sp>
          <p:nvSpPr>
            <p:cNvPr id="37" name="Elipse 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3026572" y="1025788"/>
            <a:ext cx="378881" cy="372382"/>
            <a:chOff x="10374243" y="3073557"/>
            <a:chExt cx="457977" cy="457977"/>
          </a:xfrm>
        </p:grpSpPr>
        <p:sp>
          <p:nvSpPr>
            <p:cNvPr id="40" name="Rectángulo 39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42" name="Grupo 41"/>
          <p:cNvGrpSpPr/>
          <p:nvPr/>
        </p:nvGrpSpPr>
        <p:grpSpPr>
          <a:xfrm>
            <a:off x="2441455" y="1782992"/>
            <a:ext cx="483558" cy="475264"/>
            <a:chOff x="7996236" y="1632823"/>
            <a:chExt cx="584507" cy="584507"/>
          </a:xfrm>
        </p:grpSpPr>
        <p:sp>
          <p:nvSpPr>
            <p:cNvPr id="46" name="Cruz 45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7" name="CuadroTexto 46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1" name="Conector recto de flecha 10"/>
          <p:cNvCxnSpPr>
            <a:stCxn id="37" idx="6"/>
            <a:endCxn id="41" idx="0"/>
          </p:cNvCxnSpPr>
          <p:nvPr/>
        </p:nvCxnSpPr>
        <p:spPr>
          <a:xfrm>
            <a:off x="2900062" y="473428"/>
            <a:ext cx="314082" cy="55261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>
            <a:stCxn id="41" idx="2"/>
            <a:endCxn id="46" idx="3"/>
          </p:cNvCxnSpPr>
          <p:nvPr/>
        </p:nvCxnSpPr>
        <p:spPr>
          <a:xfrm flipH="1">
            <a:off x="2925013" y="1376393"/>
            <a:ext cx="289131" cy="644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5621547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2411121" y="233151"/>
            <a:ext cx="488941" cy="480554"/>
            <a:chOff x="10307725" y="342457"/>
            <a:chExt cx="591014" cy="591014"/>
          </a:xfrm>
        </p:grpSpPr>
        <p:sp>
          <p:nvSpPr>
            <p:cNvPr id="37" name="Elipse 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3026572" y="1025788"/>
            <a:ext cx="378881" cy="372382"/>
            <a:chOff x="10374243" y="3073557"/>
            <a:chExt cx="457977" cy="457977"/>
          </a:xfrm>
        </p:grpSpPr>
        <p:sp>
          <p:nvSpPr>
            <p:cNvPr id="40" name="Rectángulo 39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42" name="Grupo 41"/>
          <p:cNvGrpSpPr/>
          <p:nvPr/>
        </p:nvGrpSpPr>
        <p:grpSpPr>
          <a:xfrm>
            <a:off x="2441455" y="1782992"/>
            <a:ext cx="483558" cy="475264"/>
            <a:chOff x="7996236" y="1632823"/>
            <a:chExt cx="584507" cy="584507"/>
          </a:xfrm>
        </p:grpSpPr>
        <p:sp>
          <p:nvSpPr>
            <p:cNvPr id="46" name="Cruz 45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7" name="CuadroTexto 46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48" name="Grupo 47"/>
          <p:cNvGrpSpPr/>
          <p:nvPr/>
        </p:nvGrpSpPr>
        <p:grpSpPr>
          <a:xfrm>
            <a:off x="1355635" y="1776438"/>
            <a:ext cx="488941" cy="480554"/>
            <a:chOff x="11029368" y="1667242"/>
            <a:chExt cx="591014" cy="591014"/>
          </a:xfrm>
        </p:grpSpPr>
        <p:sp>
          <p:nvSpPr>
            <p:cNvPr id="49" name="Elipse 48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0" name="CuadroTexto 49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1" name="Conector recto de flecha 10"/>
          <p:cNvCxnSpPr>
            <a:stCxn id="37" idx="6"/>
            <a:endCxn id="41" idx="0"/>
          </p:cNvCxnSpPr>
          <p:nvPr/>
        </p:nvCxnSpPr>
        <p:spPr>
          <a:xfrm>
            <a:off x="2900062" y="473428"/>
            <a:ext cx="314082" cy="55261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>
            <a:stCxn id="41" idx="2"/>
            <a:endCxn id="46" idx="3"/>
          </p:cNvCxnSpPr>
          <p:nvPr/>
        </p:nvCxnSpPr>
        <p:spPr>
          <a:xfrm flipH="1">
            <a:off x="2925013" y="1376393"/>
            <a:ext cx="289131" cy="644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>
            <a:stCxn id="46" idx="1"/>
            <a:endCxn id="49" idx="6"/>
          </p:cNvCxnSpPr>
          <p:nvPr/>
        </p:nvCxnSpPr>
        <p:spPr>
          <a:xfrm flipH="1" flipV="1">
            <a:off x="1844576" y="2016715"/>
            <a:ext cx="596878" cy="3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48850923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2411121" y="233151"/>
            <a:ext cx="488941" cy="480554"/>
            <a:chOff x="10307725" y="342457"/>
            <a:chExt cx="591014" cy="591014"/>
          </a:xfrm>
        </p:grpSpPr>
        <p:sp>
          <p:nvSpPr>
            <p:cNvPr id="37" name="Elipse 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3026572" y="1025788"/>
            <a:ext cx="378881" cy="372382"/>
            <a:chOff x="10374243" y="3073557"/>
            <a:chExt cx="457977" cy="457977"/>
          </a:xfrm>
        </p:grpSpPr>
        <p:sp>
          <p:nvSpPr>
            <p:cNvPr id="40" name="Rectángulo 39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42" name="Grupo 41"/>
          <p:cNvGrpSpPr/>
          <p:nvPr/>
        </p:nvGrpSpPr>
        <p:grpSpPr>
          <a:xfrm>
            <a:off x="2441455" y="1782992"/>
            <a:ext cx="483558" cy="475264"/>
            <a:chOff x="7996236" y="1632823"/>
            <a:chExt cx="584507" cy="584507"/>
          </a:xfrm>
        </p:grpSpPr>
        <p:sp>
          <p:nvSpPr>
            <p:cNvPr id="46" name="Cruz 45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7" name="CuadroTexto 46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48" name="Grupo 47"/>
          <p:cNvGrpSpPr/>
          <p:nvPr/>
        </p:nvGrpSpPr>
        <p:grpSpPr>
          <a:xfrm>
            <a:off x="1355635" y="1776438"/>
            <a:ext cx="488941" cy="480554"/>
            <a:chOff x="11029368" y="1667242"/>
            <a:chExt cx="591014" cy="591014"/>
          </a:xfrm>
        </p:grpSpPr>
        <p:sp>
          <p:nvSpPr>
            <p:cNvPr id="49" name="Elipse 48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0" name="CuadroTexto 49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1" name="Grupo 50"/>
          <p:cNvGrpSpPr/>
          <p:nvPr/>
        </p:nvGrpSpPr>
        <p:grpSpPr>
          <a:xfrm>
            <a:off x="765347" y="1081675"/>
            <a:ext cx="380749" cy="383707"/>
            <a:chOff x="8772980" y="3059629"/>
            <a:chExt cx="460235" cy="471905"/>
          </a:xfrm>
        </p:grpSpPr>
        <p:sp>
          <p:nvSpPr>
            <p:cNvPr id="52" name="Rectángulo 5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" name="CuadroTexto 52"/>
            <p:cNvSpPr txBox="1"/>
            <p:nvPr/>
          </p:nvSpPr>
          <p:spPr>
            <a:xfrm>
              <a:off x="8772980" y="3059629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1" name="Conector recto de flecha 10"/>
          <p:cNvCxnSpPr>
            <a:stCxn id="37" idx="6"/>
            <a:endCxn id="41" idx="0"/>
          </p:cNvCxnSpPr>
          <p:nvPr/>
        </p:nvCxnSpPr>
        <p:spPr>
          <a:xfrm>
            <a:off x="2900062" y="473428"/>
            <a:ext cx="314082" cy="55261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>
            <a:stCxn id="41" idx="2"/>
            <a:endCxn id="46" idx="3"/>
          </p:cNvCxnSpPr>
          <p:nvPr/>
        </p:nvCxnSpPr>
        <p:spPr>
          <a:xfrm flipH="1">
            <a:off x="2925013" y="1376393"/>
            <a:ext cx="289131" cy="644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>
            <a:stCxn id="46" idx="1"/>
            <a:endCxn id="49" idx="6"/>
          </p:cNvCxnSpPr>
          <p:nvPr/>
        </p:nvCxnSpPr>
        <p:spPr>
          <a:xfrm flipH="1" flipV="1">
            <a:off x="1844576" y="2016715"/>
            <a:ext cx="596878" cy="3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>
            <a:stCxn id="49" idx="2"/>
            <a:endCxn id="52" idx="2"/>
          </p:cNvCxnSpPr>
          <p:nvPr/>
        </p:nvCxnSpPr>
        <p:spPr>
          <a:xfrm flipH="1" flipV="1">
            <a:off x="956656" y="1465382"/>
            <a:ext cx="398979" cy="55133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96202107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2411121" y="233151"/>
            <a:ext cx="488941" cy="480554"/>
            <a:chOff x="10307725" y="342457"/>
            <a:chExt cx="591014" cy="591014"/>
          </a:xfrm>
        </p:grpSpPr>
        <p:sp>
          <p:nvSpPr>
            <p:cNvPr id="37" name="Elipse 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3026572" y="1025788"/>
            <a:ext cx="378881" cy="372382"/>
            <a:chOff x="10374243" y="3073557"/>
            <a:chExt cx="457977" cy="457977"/>
          </a:xfrm>
        </p:grpSpPr>
        <p:sp>
          <p:nvSpPr>
            <p:cNvPr id="40" name="Rectángulo 39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42" name="Grupo 41"/>
          <p:cNvGrpSpPr/>
          <p:nvPr/>
        </p:nvGrpSpPr>
        <p:grpSpPr>
          <a:xfrm>
            <a:off x="2441455" y="1782992"/>
            <a:ext cx="483558" cy="475264"/>
            <a:chOff x="7996236" y="1632823"/>
            <a:chExt cx="584507" cy="584507"/>
          </a:xfrm>
        </p:grpSpPr>
        <p:sp>
          <p:nvSpPr>
            <p:cNvPr id="46" name="Cruz 45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7" name="CuadroTexto 46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48" name="Grupo 47"/>
          <p:cNvGrpSpPr/>
          <p:nvPr/>
        </p:nvGrpSpPr>
        <p:grpSpPr>
          <a:xfrm>
            <a:off x="1355635" y="1776438"/>
            <a:ext cx="488941" cy="480554"/>
            <a:chOff x="11029368" y="1667242"/>
            <a:chExt cx="591014" cy="591014"/>
          </a:xfrm>
        </p:grpSpPr>
        <p:sp>
          <p:nvSpPr>
            <p:cNvPr id="49" name="Elipse 48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0" name="CuadroTexto 49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1" name="Grupo 50"/>
          <p:cNvGrpSpPr/>
          <p:nvPr/>
        </p:nvGrpSpPr>
        <p:grpSpPr>
          <a:xfrm>
            <a:off x="765347" y="1081675"/>
            <a:ext cx="380749" cy="383707"/>
            <a:chOff x="8772980" y="3059629"/>
            <a:chExt cx="460235" cy="471905"/>
          </a:xfrm>
        </p:grpSpPr>
        <p:sp>
          <p:nvSpPr>
            <p:cNvPr id="52" name="Rectángulo 5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3" name="CuadroTexto 52"/>
            <p:cNvSpPr txBox="1"/>
            <p:nvPr/>
          </p:nvSpPr>
          <p:spPr>
            <a:xfrm>
              <a:off x="8772980" y="3059629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4" name="Grupo 53"/>
          <p:cNvGrpSpPr/>
          <p:nvPr/>
        </p:nvGrpSpPr>
        <p:grpSpPr>
          <a:xfrm>
            <a:off x="1391683" y="227574"/>
            <a:ext cx="483558" cy="475264"/>
            <a:chOff x="8728571" y="307084"/>
            <a:chExt cx="584507" cy="584507"/>
          </a:xfrm>
        </p:grpSpPr>
        <p:sp>
          <p:nvSpPr>
            <p:cNvPr id="55" name="Cruz 54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" name="CuadroTexto 55"/>
            <p:cNvSpPr txBox="1"/>
            <p:nvPr/>
          </p:nvSpPr>
          <p:spPr>
            <a:xfrm>
              <a:off x="8797982" y="36049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1" name="Conector recto de flecha 10"/>
          <p:cNvCxnSpPr>
            <a:stCxn id="37" idx="6"/>
            <a:endCxn id="41" idx="0"/>
          </p:cNvCxnSpPr>
          <p:nvPr/>
        </p:nvCxnSpPr>
        <p:spPr>
          <a:xfrm>
            <a:off x="2900062" y="473428"/>
            <a:ext cx="314082" cy="55261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>
            <a:stCxn id="41" idx="2"/>
            <a:endCxn id="46" idx="3"/>
          </p:cNvCxnSpPr>
          <p:nvPr/>
        </p:nvCxnSpPr>
        <p:spPr>
          <a:xfrm flipH="1">
            <a:off x="2925013" y="1376393"/>
            <a:ext cx="289131" cy="644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>
            <a:stCxn id="46" idx="1"/>
            <a:endCxn id="49" idx="6"/>
          </p:cNvCxnSpPr>
          <p:nvPr/>
        </p:nvCxnSpPr>
        <p:spPr>
          <a:xfrm flipH="1" flipV="1">
            <a:off x="1844576" y="2016715"/>
            <a:ext cx="596878" cy="3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>
            <a:stCxn id="49" idx="2"/>
            <a:endCxn id="52" idx="2"/>
          </p:cNvCxnSpPr>
          <p:nvPr/>
        </p:nvCxnSpPr>
        <p:spPr>
          <a:xfrm flipH="1" flipV="1">
            <a:off x="956656" y="1465382"/>
            <a:ext cx="398979" cy="55133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>
            <a:stCxn id="52" idx="0"/>
            <a:endCxn id="55" idx="1"/>
          </p:cNvCxnSpPr>
          <p:nvPr/>
        </p:nvCxnSpPr>
        <p:spPr>
          <a:xfrm flipV="1">
            <a:off x="956656" y="465206"/>
            <a:ext cx="435028" cy="62779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25371293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765347" y="227574"/>
            <a:ext cx="2640106" cy="2030682"/>
            <a:chOff x="764957" y="227574"/>
            <a:chExt cx="3191261" cy="2497452"/>
          </a:xfrm>
        </p:grpSpPr>
        <p:grpSp>
          <p:nvGrpSpPr>
            <p:cNvPr id="27" name="Grupo 26"/>
            <p:cNvGrpSpPr/>
            <p:nvPr/>
          </p:nvGrpSpPr>
          <p:grpSpPr>
            <a:xfrm>
              <a:off x="2754307" y="234433"/>
              <a:ext cx="591014" cy="591014"/>
              <a:chOff x="10307725" y="342457"/>
              <a:chExt cx="591014" cy="591014"/>
            </a:xfrm>
          </p:grpSpPr>
          <p:sp>
            <p:nvSpPr>
              <p:cNvPr id="37" name="Elipse 36"/>
              <p:cNvSpPr/>
              <p:nvPr/>
            </p:nvSpPr>
            <p:spPr>
              <a:xfrm>
                <a:off x="10307725" y="342457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8" name="CuadroTexto 37"/>
              <p:cNvSpPr txBox="1"/>
              <p:nvPr/>
            </p:nvSpPr>
            <p:spPr>
              <a:xfrm>
                <a:off x="10383641" y="375045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1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39" name="Grupo 38"/>
            <p:cNvGrpSpPr/>
            <p:nvPr/>
          </p:nvGrpSpPr>
          <p:grpSpPr>
            <a:xfrm>
              <a:off x="3498241" y="1209265"/>
              <a:ext cx="457977" cy="457977"/>
              <a:chOff x="10374243" y="3073557"/>
              <a:chExt cx="457977" cy="457977"/>
            </a:xfrm>
          </p:grpSpPr>
          <p:sp>
            <p:nvSpPr>
              <p:cNvPr id="40" name="Rectángulo 39"/>
              <p:cNvSpPr/>
              <p:nvPr/>
            </p:nvSpPr>
            <p:spPr>
              <a:xfrm>
                <a:off x="10374243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1" name="CuadroTexto 40"/>
              <p:cNvSpPr txBox="1"/>
              <p:nvPr/>
            </p:nvSpPr>
            <p:spPr>
              <a:xfrm>
                <a:off x="10396049" y="3073864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3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2790973" y="2140519"/>
              <a:ext cx="584507" cy="584507"/>
              <a:chOff x="7996236" y="1632823"/>
              <a:chExt cx="584507" cy="584507"/>
            </a:xfrm>
          </p:grpSpPr>
          <p:sp>
            <p:nvSpPr>
              <p:cNvPr id="46" name="Cruz 45"/>
              <p:cNvSpPr/>
              <p:nvPr/>
            </p:nvSpPr>
            <p:spPr>
              <a:xfrm>
                <a:off x="7996236" y="1632823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7" name="CuadroTexto 46"/>
              <p:cNvSpPr txBox="1"/>
              <p:nvPr/>
            </p:nvSpPr>
            <p:spPr>
              <a:xfrm>
                <a:off x="8081596" y="1668227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5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8" name="Grupo 47"/>
            <p:cNvGrpSpPr/>
            <p:nvPr/>
          </p:nvGrpSpPr>
          <p:grpSpPr>
            <a:xfrm>
              <a:off x="1478475" y="2132458"/>
              <a:ext cx="591014" cy="591014"/>
              <a:chOff x="11029368" y="1667242"/>
              <a:chExt cx="591014" cy="591014"/>
            </a:xfrm>
          </p:grpSpPr>
          <p:sp>
            <p:nvSpPr>
              <p:cNvPr id="49" name="Elipse 48"/>
              <p:cNvSpPr/>
              <p:nvPr/>
            </p:nvSpPr>
            <p:spPr>
              <a:xfrm>
                <a:off x="11029368" y="1667242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0" name="CuadroTexto 49"/>
              <p:cNvSpPr txBox="1"/>
              <p:nvPr/>
            </p:nvSpPr>
            <p:spPr>
              <a:xfrm>
                <a:off x="11114728" y="1698603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2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1" name="Grupo 50"/>
            <p:cNvGrpSpPr/>
            <p:nvPr/>
          </p:nvGrpSpPr>
          <p:grpSpPr>
            <a:xfrm>
              <a:off x="764957" y="1277998"/>
              <a:ext cx="460235" cy="471905"/>
              <a:chOff x="8772980" y="3059629"/>
              <a:chExt cx="460235" cy="471905"/>
            </a:xfrm>
          </p:grpSpPr>
          <p:sp>
            <p:nvSpPr>
              <p:cNvPr id="52" name="Rectángulo 51"/>
              <p:cNvSpPr/>
              <p:nvPr/>
            </p:nvSpPr>
            <p:spPr>
              <a:xfrm>
                <a:off x="8775238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" name="CuadroTexto 52"/>
              <p:cNvSpPr txBox="1"/>
              <p:nvPr/>
            </p:nvSpPr>
            <p:spPr>
              <a:xfrm>
                <a:off x="8772980" y="3059629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4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4" name="Grupo 53"/>
            <p:cNvGrpSpPr/>
            <p:nvPr/>
          </p:nvGrpSpPr>
          <p:grpSpPr>
            <a:xfrm>
              <a:off x="1522049" y="227574"/>
              <a:ext cx="584507" cy="584507"/>
              <a:chOff x="8728571" y="307084"/>
              <a:chExt cx="584507" cy="584507"/>
            </a:xfrm>
          </p:grpSpPr>
          <p:sp>
            <p:nvSpPr>
              <p:cNvPr id="55" name="Cruz 54"/>
              <p:cNvSpPr/>
              <p:nvPr/>
            </p:nvSpPr>
            <p:spPr>
              <a:xfrm>
                <a:off x="8728571" y="307084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6" name="CuadroTexto 55"/>
              <p:cNvSpPr txBox="1"/>
              <p:nvPr/>
            </p:nvSpPr>
            <p:spPr>
              <a:xfrm>
                <a:off x="8797982" y="360498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6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cxnSp>
          <p:nvCxnSpPr>
            <p:cNvPr id="9" name="Conector recto de flecha 8"/>
            <p:cNvCxnSpPr>
              <a:stCxn id="55" idx="3"/>
              <a:endCxn id="37" idx="2"/>
            </p:cNvCxnSpPr>
            <p:nvPr/>
          </p:nvCxnSpPr>
          <p:spPr>
            <a:xfrm>
              <a:off x="2106556" y="519828"/>
              <a:ext cx="647751" cy="101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>
              <a:stCxn id="37" idx="6"/>
              <a:endCxn id="41" idx="0"/>
            </p:cNvCxnSpPr>
            <p:nvPr/>
          </p:nvCxnSpPr>
          <p:spPr>
            <a:xfrm>
              <a:off x="3345320" y="529940"/>
              <a:ext cx="379651" cy="6796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/>
            <p:cNvCxnSpPr>
              <a:stCxn id="41" idx="2"/>
              <a:endCxn id="46" idx="3"/>
            </p:cNvCxnSpPr>
            <p:nvPr/>
          </p:nvCxnSpPr>
          <p:spPr>
            <a:xfrm flipH="1">
              <a:off x="3375480" y="1640459"/>
              <a:ext cx="349491" cy="7923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/>
            <p:cNvCxnSpPr>
              <a:stCxn id="46" idx="1"/>
              <a:endCxn id="49" idx="6"/>
            </p:cNvCxnSpPr>
            <p:nvPr/>
          </p:nvCxnSpPr>
          <p:spPr>
            <a:xfrm flipH="1" flipV="1">
              <a:off x="2069489" y="2427965"/>
              <a:ext cx="721484" cy="4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/>
            <p:cNvCxnSpPr>
              <a:stCxn id="49" idx="2"/>
              <a:endCxn id="52" idx="2"/>
            </p:cNvCxnSpPr>
            <p:nvPr/>
          </p:nvCxnSpPr>
          <p:spPr>
            <a:xfrm flipH="1" flipV="1">
              <a:off x="996204" y="1749903"/>
              <a:ext cx="482271" cy="6780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>
              <a:stCxn id="52" idx="0"/>
              <a:endCxn id="55" idx="1"/>
            </p:cNvCxnSpPr>
            <p:nvPr/>
          </p:nvCxnSpPr>
          <p:spPr>
            <a:xfrm flipV="1">
              <a:off x="996204" y="519828"/>
              <a:ext cx="525845" cy="7720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75103401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765347" y="227574"/>
            <a:ext cx="2640106" cy="2030682"/>
            <a:chOff x="764957" y="227574"/>
            <a:chExt cx="3191261" cy="2497452"/>
          </a:xfrm>
        </p:grpSpPr>
        <p:grpSp>
          <p:nvGrpSpPr>
            <p:cNvPr id="27" name="Grupo 26"/>
            <p:cNvGrpSpPr/>
            <p:nvPr/>
          </p:nvGrpSpPr>
          <p:grpSpPr>
            <a:xfrm>
              <a:off x="2754307" y="234433"/>
              <a:ext cx="591014" cy="591014"/>
              <a:chOff x="10307725" y="342457"/>
              <a:chExt cx="591014" cy="591014"/>
            </a:xfrm>
          </p:grpSpPr>
          <p:sp>
            <p:nvSpPr>
              <p:cNvPr id="37" name="Elipse 36"/>
              <p:cNvSpPr/>
              <p:nvPr/>
            </p:nvSpPr>
            <p:spPr>
              <a:xfrm>
                <a:off x="10307725" y="342457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8" name="CuadroTexto 37"/>
              <p:cNvSpPr txBox="1"/>
              <p:nvPr/>
            </p:nvSpPr>
            <p:spPr>
              <a:xfrm>
                <a:off x="10383641" y="375045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1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39" name="Grupo 38"/>
            <p:cNvGrpSpPr/>
            <p:nvPr/>
          </p:nvGrpSpPr>
          <p:grpSpPr>
            <a:xfrm>
              <a:off x="3498241" y="1209265"/>
              <a:ext cx="457977" cy="457977"/>
              <a:chOff x="10374243" y="3073557"/>
              <a:chExt cx="457977" cy="457977"/>
            </a:xfrm>
          </p:grpSpPr>
          <p:sp>
            <p:nvSpPr>
              <p:cNvPr id="40" name="Rectángulo 39"/>
              <p:cNvSpPr/>
              <p:nvPr/>
            </p:nvSpPr>
            <p:spPr>
              <a:xfrm>
                <a:off x="10374243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1" name="CuadroTexto 40"/>
              <p:cNvSpPr txBox="1"/>
              <p:nvPr/>
            </p:nvSpPr>
            <p:spPr>
              <a:xfrm>
                <a:off x="10396049" y="3073864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3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2790973" y="2140519"/>
              <a:ext cx="584507" cy="584507"/>
              <a:chOff x="7996236" y="1632823"/>
              <a:chExt cx="584507" cy="584507"/>
            </a:xfrm>
          </p:grpSpPr>
          <p:sp>
            <p:nvSpPr>
              <p:cNvPr id="46" name="Cruz 45"/>
              <p:cNvSpPr/>
              <p:nvPr/>
            </p:nvSpPr>
            <p:spPr>
              <a:xfrm>
                <a:off x="7996236" y="1632823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7" name="CuadroTexto 46"/>
              <p:cNvSpPr txBox="1"/>
              <p:nvPr/>
            </p:nvSpPr>
            <p:spPr>
              <a:xfrm>
                <a:off x="8081596" y="1668227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5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8" name="Grupo 47"/>
            <p:cNvGrpSpPr/>
            <p:nvPr/>
          </p:nvGrpSpPr>
          <p:grpSpPr>
            <a:xfrm>
              <a:off x="1478475" y="2132458"/>
              <a:ext cx="591014" cy="591014"/>
              <a:chOff x="11029368" y="1667242"/>
              <a:chExt cx="591014" cy="591014"/>
            </a:xfrm>
          </p:grpSpPr>
          <p:sp>
            <p:nvSpPr>
              <p:cNvPr id="49" name="Elipse 48"/>
              <p:cNvSpPr/>
              <p:nvPr/>
            </p:nvSpPr>
            <p:spPr>
              <a:xfrm>
                <a:off x="11029368" y="1667242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0" name="CuadroTexto 49"/>
              <p:cNvSpPr txBox="1"/>
              <p:nvPr/>
            </p:nvSpPr>
            <p:spPr>
              <a:xfrm>
                <a:off x="11114728" y="1698603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2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1" name="Grupo 50"/>
            <p:cNvGrpSpPr/>
            <p:nvPr/>
          </p:nvGrpSpPr>
          <p:grpSpPr>
            <a:xfrm>
              <a:off x="764957" y="1277998"/>
              <a:ext cx="460235" cy="471905"/>
              <a:chOff x="8772980" y="3059629"/>
              <a:chExt cx="460235" cy="471905"/>
            </a:xfrm>
          </p:grpSpPr>
          <p:sp>
            <p:nvSpPr>
              <p:cNvPr id="52" name="Rectángulo 51"/>
              <p:cNvSpPr/>
              <p:nvPr/>
            </p:nvSpPr>
            <p:spPr>
              <a:xfrm>
                <a:off x="8775238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" name="CuadroTexto 52"/>
              <p:cNvSpPr txBox="1"/>
              <p:nvPr/>
            </p:nvSpPr>
            <p:spPr>
              <a:xfrm>
                <a:off x="8772980" y="3059629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4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4" name="Grupo 53"/>
            <p:cNvGrpSpPr/>
            <p:nvPr/>
          </p:nvGrpSpPr>
          <p:grpSpPr>
            <a:xfrm>
              <a:off x="1522049" y="227574"/>
              <a:ext cx="584507" cy="584507"/>
              <a:chOff x="8728571" y="307084"/>
              <a:chExt cx="584507" cy="584507"/>
            </a:xfrm>
          </p:grpSpPr>
          <p:sp>
            <p:nvSpPr>
              <p:cNvPr id="55" name="Cruz 54"/>
              <p:cNvSpPr/>
              <p:nvPr/>
            </p:nvSpPr>
            <p:spPr>
              <a:xfrm>
                <a:off x="8728571" y="307084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6" name="CuadroTexto 55"/>
              <p:cNvSpPr txBox="1"/>
              <p:nvPr/>
            </p:nvSpPr>
            <p:spPr>
              <a:xfrm>
                <a:off x="8797982" y="360498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6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cxnSp>
          <p:nvCxnSpPr>
            <p:cNvPr id="9" name="Conector recto de flecha 8"/>
            <p:cNvCxnSpPr>
              <a:stCxn id="55" idx="3"/>
              <a:endCxn id="37" idx="2"/>
            </p:cNvCxnSpPr>
            <p:nvPr/>
          </p:nvCxnSpPr>
          <p:spPr>
            <a:xfrm>
              <a:off x="2106556" y="519828"/>
              <a:ext cx="647751" cy="101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>
              <a:stCxn id="37" idx="6"/>
              <a:endCxn id="41" idx="0"/>
            </p:cNvCxnSpPr>
            <p:nvPr/>
          </p:nvCxnSpPr>
          <p:spPr>
            <a:xfrm>
              <a:off x="3345320" y="529940"/>
              <a:ext cx="379651" cy="6796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/>
            <p:cNvCxnSpPr>
              <a:stCxn id="41" idx="2"/>
              <a:endCxn id="46" idx="3"/>
            </p:cNvCxnSpPr>
            <p:nvPr/>
          </p:nvCxnSpPr>
          <p:spPr>
            <a:xfrm flipH="1">
              <a:off x="3375480" y="1640459"/>
              <a:ext cx="349491" cy="7923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/>
            <p:cNvCxnSpPr>
              <a:stCxn id="46" idx="1"/>
              <a:endCxn id="49" idx="6"/>
            </p:cNvCxnSpPr>
            <p:nvPr/>
          </p:nvCxnSpPr>
          <p:spPr>
            <a:xfrm flipH="1" flipV="1">
              <a:off x="2069489" y="2427965"/>
              <a:ext cx="721484" cy="4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/>
            <p:cNvCxnSpPr>
              <a:stCxn id="49" idx="2"/>
              <a:endCxn id="52" idx="2"/>
            </p:cNvCxnSpPr>
            <p:nvPr/>
          </p:nvCxnSpPr>
          <p:spPr>
            <a:xfrm flipH="1" flipV="1">
              <a:off x="996204" y="1749903"/>
              <a:ext cx="482271" cy="6780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>
              <a:stCxn id="52" idx="0"/>
              <a:endCxn id="55" idx="1"/>
            </p:cNvCxnSpPr>
            <p:nvPr/>
          </p:nvCxnSpPr>
          <p:spPr>
            <a:xfrm flipV="1">
              <a:off x="996204" y="519828"/>
              <a:ext cx="525845" cy="7720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o 114"/>
          <p:cNvGrpSpPr/>
          <p:nvPr/>
        </p:nvGrpSpPr>
        <p:grpSpPr>
          <a:xfrm>
            <a:off x="976365" y="3953026"/>
            <a:ext cx="488941" cy="480554"/>
            <a:chOff x="10307725" y="342457"/>
            <a:chExt cx="591014" cy="591014"/>
          </a:xfrm>
        </p:grpSpPr>
        <p:sp>
          <p:nvSpPr>
            <p:cNvPr id="137" name="Elipse 1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8" name="CuadroTexto 1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6" name="Grupo 115"/>
          <p:cNvGrpSpPr/>
          <p:nvPr/>
        </p:nvGrpSpPr>
        <p:grpSpPr>
          <a:xfrm>
            <a:off x="1591816" y="4745663"/>
            <a:ext cx="378881" cy="372382"/>
            <a:chOff x="10374243" y="3073557"/>
            <a:chExt cx="457977" cy="457977"/>
          </a:xfrm>
        </p:grpSpPr>
        <p:sp>
          <p:nvSpPr>
            <p:cNvPr id="135" name="Rectángulo 134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6" name="CuadroTexto 135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7" name="Grupo 116"/>
          <p:cNvGrpSpPr/>
          <p:nvPr/>
        </p:nvGrpSpPr>
        <p:grpSpPr>
          <a:xfrm>
            <a:off x="418708" y="4694222"/>
            <a:ext cx="483558" cy="475264"/>
            <a:chOff x="7996236" y="1632823"/>
            <a:chExt cx="584507" cy="584507"/>
          </a:xfrm>
        </p:grpSpPr>
        <p:sp>
          <p:nvSpPr>
            <p:cNvPr id="133" name="Cruz 132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4" name="CuadroTexto 133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22" name="Conector recto de flecha 121"/>
          <p:cNvCxnSpPr>
            <a:stCxn id="137" idx="5"/>
            <a:endCxn id="136" idx="0"/>
          </p:cNvCxnSpPr>
          <p:nvPr/>
        </p:nvCxnSpPr>
        <p:spPr>
          <a:xfrm>
            <a:off x="1393702" y="4363204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stCxn id="135" idx="1"/>
            <a:endCxn id="133" idx="3"/>
          </p:cNvCxnSpPr>
          <p:nvPr/>
        </p:nvCxnSpPr>
        <p:spPr>
          <a:xfrm flipH="1">
            <a:off x="902266" y="4931854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de flecha 140"/>
          <p:cNvCxnSpPr>
            <a:stCxn id="133" idx="0"/>
          </p:cNvCxnSpPr>
          <p:nvPr/>
        </p:nvCxnSpPr>
        <p:spPr>
          <a:xfrm flipV="1">
            <a:off x="660487" y="4329878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49068957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765347" y="227574"/>
            <a:ext cx="2640106" cy="2030682"/>
            <a:chOff x="764957" y="227574"/>
            <a:chExt cx="3191261" cy="2497452"/>
          </a:xfrm>
        </p:grpSpPr>
        <p:grpSp>
          <p:nvGrpSpPr>
            <p:cNvPr id="27" name="Grupo 26"/>
            <p:cNvGrpSpPr/>
            <p:nvPr/>
          </p:nvGrpSpPr>
          <p:grpSpPr>
            <a:xfrm>
              <a:off x="2754307" y="234433"/>
              <a:ext cx="591014" cy="591014"/>
              <a:chOff x="10307725" y="342457"/>
              <a:chExt cx="591014" cy="591014"/>
            </a:xfrm>
          </p:grpSpPr>
          <p:sp>
            <p:nvSpPr>
              <p:cNvPr id="37" name="Elipse 36"/>
              <p:cNvSpPr/>
              <p:nvPr/>
            </p:nvSpPr>
            <p:spPr>
              <a:xfrm>
                <a:off x="10307725" y="342457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8" name="CuadroTexto 37"/>
              <p:cNvSpPr txBox="1"/>
              <p:nvPr/>
            </p:nvSpPr>
            <p:spPr>
              <a:xfrm>
                <a:off x="10383641" y="375045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1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39" name="Grupo 38"/>
            <p:cNvGrpSpPr/>
            <p:nvPr/>
          </p:nvGrpSpPr>
          <p:grpSpPr>
            <a:xfrm>
              <a:off x="3498241" y="1209265"/>
              <a:ext cx="457977" cy="457977"/>
              <a:chOff x="10374243" y="3073557"/>
              <a:chExt cx="457977" cy="457977"/>
            </a:xfrm>
          </p:grpSpPr>
          <p:sp>
            <p:nvSpPr>
              <p:cNvPr id="40" name="Rectángulo 39"/>
              <p:cNvSpPr/>
              <p:nvPr/>
            </p:nvSpPr>
            <p:spPr>
              <a:xfrm>
                <a:off x="10374243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1" name="CuadroTexto 40"/>
              <p:cNvSpPr txBox="1"/>
              <p:nvPr/>
            </p:nvSpPr>
            <p:spPr>
              <a:xfrm>
                <a:off x="10396049" y="3073864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3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2790973" y="2140519"/>
              <a:ext cx="584507" cy="584507"/>
              <a:chOff x="7996236" y="1632823"/>
              <a:chExt cx="584507" cy="584507"/>
            </a:xfrm>
          </p:grpSpPr>
          <p:sp>
            <p:nvSpPr>
              <p:cNvPr id="46" name="Cruz 45"/>
              <p:cNvSpPr/>
              <p:nvPr/>
            </p:nvSpPr>
            <p:spPr>
              <a:xfrm>
                <a:off x="7996236" y="1632823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7" name="CuadroTexto 46"/>
              <p:cNvSpPr txBox="1"/>
              <p:nvPr/>
            </p:nvSpPr>
            <p:spPr>
              <a:xfrm>
                <a:off x="8081596" y="1668227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5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8" name="Grupo 47"/>
            <p:cNvGrpSpPr/>
            <p:nvPr/>
          </p:nvGrpSpPr>
          <p:grpSpPr>
            <a:xfrm>
              <a:off x="1478475" y="2132458"/>
              <a:ext cx="591014" cy="591014"/>
              <a:chOff x="11029368" y="1667242"/>
              <a:chExt cx="591014" cy="591014"/>
            </a:xfrm>
          </p:grpSpPr>
          <p:sp>
            <p:nvSpPr>
              <p:cNvPr id="49" name="Elipse 48"/>
              <p:cNvSpPr/>
              <p:nvPr/>
            </p:nvSpPr>
            <p:spPr>
              <a:xfrm>
                <a:off x="11029368" y="1667242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0" name="CuadroTexto 49"/>
              <p:cNvSpPr txBox="1"/>
              <p:nvPr/>
            </p:nvSpPr>
            <p:spPr>
              <a:xfrm>
                <a:off x="11114728" y="1698603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2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1" name="Grupo 50"/>
            <p:cNvGrpSpPr/>
            <p:nvPr/>
          </p:nvGrpSpPr>
          <p:grpSpPr>
            <a:xfrm>
              <a:off x="764957" y="1277998"/>
              <a:ext cx="460235" cy="471905"/>
              <a:chOff x="8772980" y="3059629"/>
              <a:chExt cx="460235" cy="471905"/>
            </a:xfrm>
          </p:grpSpPr>
          <p:sp>
            <p:nvSpPr>
              <p:cNvPr id="52" name="Rectángulo 51"/>
              <p:cNvSpPr/>
              <p:nvPr/>
            </p:nvSpPr>
            <p:spPr>
              <a:xfrm>
                <a:off x="8775238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" name="CuadroTexto 52"/>
              <p:cNvSpPr txBox="1"/>
              <p:nvPr/>
            </p:nvSpPr>
            <p:spPr>
              <a:xfrm>
                <a:off x="8772980" y="3059629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4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4" name="Grupo 53"/>
            <p:cNvGrpSpPr/>
            <p:nvPr/>
          </p:nvGrpSpPr>
          <p:grpSpPr>
            <a:xfrm>
              <a:off x="1522049" y="227574"/>
              <a:ext cx="584507" cy="584507"/>
              <a:chOff x="8728571" y="307084"/>
              <a:chExt cx="584507" cy="584507"/>
            </a:xfrm>
          </p:grpSpPr>
          <p:sp>
            <p:nvSpPr>
              <p:cNvPr id="55" name="Cruz 54"/>
              <p:cNvSpPr/>
              <p:nvPr/>
            </p:nvSpPr>
            <p:spPr>
              <a:xfrm>
                <a:off x="8728571" y="307084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6" name="CuadroTexto 55"/>
              <p:cNvSpPr txBox="1"/>
              <p:nvPr/>
            </p:nvSpPr>
            <p:spPr>
              <a:xfrm>
                <a:off x="8797982" y="360498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6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cxnSp>
          <p:nvCxnSpPr>
            <p:cNvPr id="9" name="Conector recto de flecha 8"/>
            <p:cNvCxnSpPr>
              <a:stCxn id="55" idx="3"/>
              <a:endCxn id="37" idx="2"/>
            </p:cNvCxnSpPr>
            <p:nvPr/>
          </p:nvCxnSpPr>
          <p:spPr>
            <a:xfrm>
              <a:off x="2106556" y="519828"/>
              <a:ext cx="647751" cy="101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>
              <a:stCxn id="37" idx="6"/>
              <a:endCxn id="41" idx="0"/>
            </p:cNvCxnSpPr>
            <p:nvPr/>
          </p:nvCxnSpPr>
          <p:spPr>
            <a:xfrm>
              <a:off x="3345320" y="529940"/>
              <a:ext cx="379651" cy="6796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/>
            <p:cNvCxnSpPr>
              <a:stCxn id="41" idx="2"/>
              <a:endCxn id="46" idx="3"/>
            </p:cNvCxnSpPr>
            <p:nvPr/>
          </p:nvCxnSpPr>
          <p:spPr>
            <a:xfrm flipH="1">
              <a:off x="3375480" y="1640459"/>
              <a:ext cx="349491" cy="7923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/>
            <p:cNvCxnSpPr>
              <a:stCxn id="46" idx="1"/>
              <a:endCxn id="49" idx="6"/>
            </p:cNvCxnSpPr>
            <p:nvPr/>
          </p:nvCxnSpPr>
          <p:spPr>
            <a:xfrm flipH="1" flipV="1">
              <a:off x="2069489" y="2427965"/>
              <a:ext cx="721484" cy="4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/>
            <p:cNvCxnSpPr>
              <a:stCxn id="49" idx="2"/>
              <a:endCxn id="52" idx="2"/>
            </p:cNvCxnSpPr>
            <p:nvPr/>
          </p:nvCxnSpPr>
          <p:spPr>
            <a:xfrm flipH="1" flipV="1">
              <a:off x="996204" y="1749903"/>
              <a:ext cx="482271" cy="6780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>
              <a:stCxn id="52" idx="0"/>
              <a:endCxn id="55" idx="1"/>
            </p:cNvCxnSpPr>
            <p:nvPr/>
          </p:nvCxnSpPr>
          <p:spPr>
            <a:xfrm flipV="1">
              <a:off x="996204" y="519828"/>
              <a:ext cx="525845" cy="7720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o 114"/>
          <p:cNvGrpSpPr/>
          <p:nvPr/>
        </p:nvGrpSpPr>
        <p:grpSpPr>
          <a:xfrm>
            <a:off x="976365" y="3953026"/>
            <a:ext cx="488941" cy="480554"/>
            <a:chOff x="10307725" y="342457"/>
            <a:chExt cx="591014" cy="591014"/>
          </a:xfrm>
        </p:grpSpPr>
        <p:sp>
          <p:nvSpPr>
            <p:cNvPr id="137" name="Elipse 1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8" name="CuadroTexto 1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6" name="Grupo 115"/>
          <p:cNvGrpSpPr/>
          <p:nvPr/>
        </p:nvGrpSpPr>
        <p:grpSpPr>
          <a:xfrm>
            <a:off x="1591816" y="4745663"/>
            <a:ext cx="378881" cy="372382"/>
            <a:chOff x="10374243" y="3073557"/>
            <a:chExt cx="457977" cy="457977"/>
          </a:xfrm>
        </p:grpSpPr>
        <p:sp>
          <p:nvSpPr>
            <p:cNvPr id="135" name="Rectángulo 134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6" name="CuadroTexto 135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7" name="Grupo 116"/>
          <p:cNvGrpSpPr/>
          <p:nvPr/>
        </p:nvGrpSpPr>
        <p:grpSpPr>
          <a:xfrm>
            <a:off x="418708" y="4694222"/>
            <a:ext cx="483558" cy="475264"/>
            <a:chOff x="7996236" y="1632823"/>
            <a:chExt cx="584507" cy="584507"/>
          </a:xfrm>
        </p:grpSpPr>
        <p:sp>
          <p:nvSpPr>
            <p:cNvPr id="133" name="Cruz 132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4" name="CuadroTexto 133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20" name="Grupo 119"/>
          <p:cNvGrpSpPr/>
          <p:nvPr/>
        </p:nvGrpSpPr>
        <p:grpSpPr>
          <a:xfrm>
            <a:off x="976365" y="3195369"/>
            <a:ext cx="483558" cy="475264"/>
            <a:chOff x="8728571" y="307084"/>
            <a:chExt cx="584507" cy="584507"/>
          </a:xfrm>
        </p:grpSpPr>
        <p:sp>
          <p:nvSpPr>
            <p:cNvPr id="127" name="Cruz 12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8" name="CuadroTexto 127"/>
            <p:cNvSpPr txBox="1"/>
            <p:nvPr/>
          </p:nvSpPr>
          <p:spPr>
            <a:xfrm>
              <a:off x="8797982" y="36049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22" name="Conector recto de flecha 121"/>
          <p:cNvCxnSpPr>
            <a:stCxn id="137" idx="5"/>
            <a:endCxn id="136" idx="0"/>
          </p:cNvCxnSpPr>
          <p:nvPr/>
        </p:nvCxnSpPr>
        <p:spPr>
          <a:xfrm>
            <a:off x="1393702" y="4363204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stCxn id="135" idx="1"/>
            <a:endCxn id="133" idx="3"/>
          </p:cNvCxnSpPr>
          <p:nvPr/>
        </p:nvCxnSpPr>
        <p:spPr>
          <a:xfrm flipH="1">
            <a:off x="902266" y="4931854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de flecha 140"/>
          <p:cNvCxnSpPr>
            <a:stCxn id="133" idx="0"/>
          </p:cNvCxnSpPr>
          <p:nvPr/>
        </p:nvCxnSpPr>
        <p:spPr>
          <a:xfrm flipV="1">
            <a:off x="660487" y="4329878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de flecha 150"/>
          <p:cNvCxnSpPr>
            <a:stCxn id="137" idx="0"/>
            <a:endCxn id="127" idx="2"/>
          </p:cNvCxnSpPr>
          <p:nvPr/>
        </p:nvCxnSpPr>
        <p:spPr>
          <a:xfrm flipH="1" flipV="1">
            <a:off x="1218144" y="3670633"/>
            <a:ext cx="2692" cy="282393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5998690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765347" y="227574"/>
            <a:ext cx="2640106" cy="2030682"/>
            <a:chOff x="764957" y="227574"/>
            <a:chExt cx="3191261" cy="2497452"/>
          </a:xfrm>
        </p:grpSpPr>
        <p:grpSp>
          <p:nvGrpSpPr>
            <p:cNvPr id="27" name="Grupo 26"/>
            <p:cNvGrpSpPr/>
            <p:nvPr/>
          </p:nvGrpSpPr>
          <p:grpSpPr>
            <a:xfrm>
              <a:off x="2754307" y="234433"/>
              <a:ext cx="591014" cy="591014"/>
              <a:chOff x="10307725" y="342457"/>
              <a:chExt cx="591014" cy="591014"/>
            </a:xfrm>
          </p:grpSpPr>
          <p:sp>
            <p:nvSpPr>
              <p:cNvPr id="37" name="Elipse 36"/>
              <p:cNvSpPr/>
              <p:nvPr/>
            </p:nvSpPr>
            <p:spPr>
              <a:xfrm>
                <a:off x="10307725" y="342457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8" name="CuadroTexto 37"/>
              <p:cNvSpPr txBox="1"/>
              <p:nvPr/>
            </p:nvSpPr>
            <p:spPr>
              <a:xfrm>
                <a:off x="10383641" y="375045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1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39" name="Grupo 38"/>
            <p:cNvGrpSpPr/>
            <p:nvPr/>
          </p:nvGrpSpPr>
          <p:grpSpPr>
            <a:xfrm>
              <a:off x="3498241" y="1209265"/>
              <a:ext cx="457977" cy="457977"/>
              <a:chOff x="10374243" y="3073557"/>
              <a:chExt cx="457977" cy="457977"/>
            </a:xfrm>
          </p:grpSpPr>
          <p:sp>
            <p:nvSpPr>
              <p:cNvPr id="40" name="Rectángulo 39"/>
              <p:cNvSpPr/>
              <p:nvPr/>
            </p:nvSpPr>
            <p:spPr>
              <a:xfrm>
                <a:off x="10374243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1" name="CuadroTexto 40"/>
              <p:cNvSpPr txBox="1"/>
              <p:nvPr/>
            </p:nvSpPr>
            <p:spPr>
              <a:xfrm>
                <a:off x="10396049" y="3073864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3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2790973" y="2140519"/>
              <a:ext cx="584507" cy="584507"/>
              <a:chOff x="7996236" y="1632823"/>
              <a:chExt cx="584507" cy="584507"/>
            </a:xfrm>
          </p:grpSpPr>
          <p:sp>
            <p:nvSpPr>
              <p:cNvPr id="46" name="Cruz 45"/>
              <p:cNvSpPr/>
              <p:nvPr/>
            </p:nvSpPr>
            <p:spPr>
              <a:xfrm>
                <a:off x="7996236" y="1632823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7" name="CuadroTexto 46"/>
              <p:cNvSpPr txBox="1"/>
              <p:nvPr/>
            </p:nvSpPr>
            <p:spPr>
              <a:xfrm>
                <a:off x="8081596" y="1668227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5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8" name="Grupo 47"/>
            <p:cNvGrpSpPr/>
            <p:nvPr/>
          </p:nvGrpSpPr>
          <p:grpSpPr>
            <a:xfrm>
              <a:off x="1478475" y="2132458"/>
              <a:ext cx="591014" cy="591014"/>
              <a:chOff x="11029368" y="1667242"/>
              <a:chExt cx="591014" cy="591014"/>
            </a:xfrm>
          </p:grpSpPr>
          <p:sp>
            <p:nvSpPr>
              <p:cNvPr id="49" name="Elipse 48"/>
              <p:cNvSpPr/>
              <p:nvPr/>
            </p:nvSpPr>
            <p:spPr>
              <a:xfrm>
                <a:off x="11029368" y="1667242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0" name="CuadroTexto 49"/>
              <p:cNvSpPr txBox="1"/>
              <p:nvPr/>
            </p:nvSpPr>
            <p:spPr>
              <a:xfrm>
                <a:off x="11114728" y="1698603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2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1" name="Grupo 50"/>
            <p:cNvGrpSpPr/>
            <p:nvPr/>
          </p:nvGrpSpPr>
          <p:grpSpPr>
            <a:xfrm>
              <a:off x="764957" y="1277998"/>
              <a:ext cx="460235" cy="471905"/>
              <a:chOff x="8772980" y="3059629"/>
              <a:chExt cx="460235" cy="471905"/>
            </a:xfrm>
          </p:grpSpPr>
          <p:sp>
            <p:nvSpPr>
              <p:cNvPr id="52" name="Rectángulo 51"/>
              <p:cNvSpPr/>
              <p:nvPr/>
            </p:nvSpPr>
            <p:spPr>
              <a:xfrm>
                <a:off x="8775238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" name="CuadroTexto 52"/>
              <p:cNvSpPr txBox="1"/>
              <p:nvPr/>
            </p:nvSpPr>
            <p:spPr>
              <a:xfrm>
                <a:off x="8772980" y="3059629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4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4" name="Grupo 53"/>
            <p:cNvGrpSpPr/>
            <p:nvPr/>
          </p:nvGrpSpPr>
          <p:grpSpPr>
            <a:xfrm>
              <a:off x="1522049" y="227574"/>
              <a:ext cx="584507" cy="584507"/>
              <a:chOff x="8728571" y="307084"/>
              <a:chExt cx="584507" cy="584507"/>
            </a:xfrm>
          </p:grpSpPr>
          <p:sp>
            <p:nvSpPr>
              <p:cNvPr id="55" name="Cruz 54"/>
              <p:cNvSpPr/>
              <p:nvPr/>
            </p:nvSpPr>
            <p:spPr>
              <a:xfrm>
                <a:off x="8728571" y="307084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6" name="CuadroTexto 55"/>
              <p:cNvSpPr txBox="1"/>
              <p:nvPr/>
            </p:nvSpPr>
            <p:spPr>
              <a:xfrm>
                <a:off x="8797982" y="360498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6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cxnSp>
          <p:nvCxnSpPr>
            <p:cNvPr id="9" name="Conector recto de flecha 8"/>
            <p:cNvCxnSpPr>
              <a:stCxn id="55" idx="3"/>
              <a:endCxn id="37" idx="2"/>
            </p:cNvCxnSpPr>
            <p:nvPr/>
          </p:nvCxnSpPr>
          <p:spPr>
            <a:xfrm>
              <a:off x="2106556" y="519828"/>
              <a:ext cx="647751" cy="101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>
              <a:stCxn id="37" idx="6"/>
              <a:endCxn id="41" idx="0"/>
            </p:cNvCxnSpPr>
            <p:nvPr/>
          </p:nvCxnSpPr>
          <p:spPr>
            <a:xfrm>
              <a:off x="3345320" y="529940"/>
              <a:ext cx="379651" cy="6796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/>
            <p:cNvCxnSpPr>
              <a:stCxn id="41" idx="2"/>
              <a:endCxn id="46" idx="3"/>
            </p:cNvCxnSpPr>
            <p:nvPr/>
          </p:nvCxnSpPr>
          <p:spPr>
            <a:xfrm flipH="1">
              <a:off x="3375480" y="1640459"/>
              <a:ext cx="349491" cy="7923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/>
            <p:cNvCxnSpPr>
              <a:stCxn id="46" idx="1"/>
              <a:endCxn id="49" idx="6"/>
            </p:cNvCxnSpPr>
            <p:nvPr/>
          </p:nvCxnSpPr>
          <p:spPr>
            <a:xfrm flipH="1" flipV="1">
              <a:off x="2069489" y="2427965"/>
              <a:ext cx="721484" cy="4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/>
            <p:cNvCxnSpPr>
              <a:stCxn id="49" idx="2"/>
              <a:endCxn id="52" idx="2"/>
            </p:cNvCxnSpPr>
            <p:nvPr/>
          </p:nvCxnSpPr>
          <p:spPr>
            <a:xfrm flipH="1" flipV="1">
              <a:off x="996204" y="1749903"/>
              <a:ext cx="482271" cy="6780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>
              <a:stCxn id="52" idx="0"/>
              <a:endCxn id="55" idx="1"/>
            </p:cNvCxnSpPr>
            <p:nvPr/>
          </p:nvCxnSpPr>
          <p:spPr>
            <a:xfrm flipV="1">
              <a:off x="996204" y="519828"/>
              <a:ext cx="525845" cy="7720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o 114"/>
          <p:cNvGrpSpPr/>
          <p:nvPr/>
        </p:nvGrpSpPr>
        <p:grpSpPr>
          <a:xfrm>
            <a:off x="976365" y="3953026"/>
            <a:ext cx="488941" cy="480554"/>
            <a:chOff x="10307725" y="342457"/>
            <a:chExt cx="591014" cy="591014"/>
          </a:xfrm>
        </p:grpSpPr>
        <p:sp>
          <p:nvSpPr>
            <p:cNvPr id="137" name="Elipse 1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8" name="CuadroTexto 1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6" name="Grupo 115"/>
          <p:cNvGrpSpPr/>
          <p:nvPr/>
        </p:nvGrpSpPr>
        <p:grpSpPr>
          <a:xfrm>
            <a:off x="1591816" y="4745663"/>
            <a:ext cx="378881" cy="372382"/>
            <a:chOff x="10374243" y="3073557"/>
            <a:chExt cx="457977" cy="457977"/>
          </a:xfrm>
        </p:grpSpPr>
        <p:sp>
          <p:nvSpPr>
            <p:cNvPr id="135" name="Rectángulo 134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6" name="CuadroTexto 135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7" name="Grupo 116"/>
          <p:cNvGrpSpPr/>
          <p:nvPr/>
        </p:nvGrpSpPr>
        <p:grpSpPr>
          <a:xfrm>
            <a:off x="418708" y="4694222"/>
            <a:ext cx="483558" cy="475264"/>
            <a:chOff x="7996236" y="1632823"/>
            <a:chExt cx="584507" cy="584507"/>
          </a:xfrm>
        </p:grpSpPr>
        <p:sp>
          <p:nvSpPr>
            <p:cNvPr id="133" name="Cruz 132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4" name="CuadroTexto 133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8" name="Grupo 117"/>
          <p:cNvGrpSpPr/>
          <p:nvPr/>
        </p:nvGrpSpPr>
        <p:grpSpPr>
          <a:xfrm>
            <a:off x="2302025" y="4694222"/>
            <a:ext cx="488941" cy="480554"/>
            <a:chOff x="11029368" y="1667242"/>
            <a:chExt cx="591014" cy="591014"/>
          </a:xfrm>
        </p:grpSpPr>
        <p:sp>
          <p:nvSpPr>
            <p:cNvPr id="131" name="Elipse 130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2" name="CuadroTexto 131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20" name="Grupo 119"/>
          <p:cNvGrpSpPr/>
          <p:nvPr/>
        </p:nvGrpSpPr>
        <p:grpSpPr>
          <a:xfrm>
            <a:off x="976365" y="3195369"/>
            <a:ext cx="483558" cy="475264"/>
            <a:chOff x="8728571" y="307084"/>
            <a:chExt cx="584507" cy="584507"/>
          </a:xfrm>
        </p:grpSpPr>
        <p:sp>
          <p:nvSpPr>
            <p:cNvPr id="127" name="Cruz 12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8" name="CuadroTexto 127"/>
            <p:cNvSpPr txBox="1"/>
            <p:nvPr/>
          </p:nvSpPr>
          <p:spPr>
            <a:xfrm>
              <a:off x="8797982" y="36049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22" name="Conector recto de flecha 121"/>
          <p:cNvCxnSpPr>
            <a:stCxn id="137" idx="5"/>
            <a:endCxn id="136" idx="0"/>
          </p:cNvCxnSpPr>
          <p:nvPr/>
        </p:nvCxnSpPr>
        <p:spPr>
          <a:xfrm>
            <a:off x="1393702" y="4363204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stCxn id="135" idx="1"/>
            <a:endCxn id="133" idx="3"/>
          </p:cNvCxnSpPr>
          <p:nvPr/>
        </p:nvCxnSpPr>
        <p:spPr>
          <a:xfrm flipH="1">
            <a:off x="902266" y="4931854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de flecha 140"/>
          <p:cNvCxnSpPr>
            <a:stCxn id="133" idx="0"/>
          </p:cNvCxnSpPr>
          <p:nvPr/>
        </p:nvCxnSpPr>
        <p:spPr>
          <a:xfrm flipV="1">
            <a:off x="660487" y="4329878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de flecha 148"/>
          <p:cNvCxnSpPr>
            <a:stCxn id="131" idx="2"/>
          </p:cNvCxnSpPr>
          <p:nvPr/>
        </p:nvCxnSpPr>
        <p:spPr>
          <a:xfrm flipH="1" flipV="1">
            <a:off x="1970697" y="4933354"/>
            <a:ext cx="331328" cy="114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de flecha 150"/>
          <p:cNvCxnSpPr>
            <a:stCxn id="137" idx="0"/>
            <a:endCxn id="127" idx="2"/>
          </p:cNvCxnSpPr>
          <p:nvPr/>
        </p:nvCxnSpPr>
        <p:spPr>
          <a:xfrm flipH="1" flipV="1">
            <a:off x="1218144" y="3670633"/>
            <a:ext cx="2692" cy="282393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7988582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765347" y="227574"/>
            <a:ext cx="2640106" cy="2030682"/>
            <a:chOff x="764957" y="227574"/>
            <a:chExt cx="3191261" cy="2497452"/>
          </a:xfrm>
        </p:grpSpPr>
        <p:grpSp>
          <p:nvGrpSpPr>
            <p:cNvPr id="27" name="Grupo 26"/>
            <p:cNvGrpSpPr/>
            <p:nvPr/>
          </p:nvGrpSpPr>
          <p:grpSpPr>
            <a:xfrm>
              <a:off x="2754307" y="234433"/>
              <a:ext cx="591014" cy="591014"/>
              <a:chOff x="10307725" y="342457"/>
              <a:chExt cx="591014" cy="591014"/>
            </a:xfrm>
          </p:grpSpPr>
          <p:sp>
            <p:nvSpPr>
              <p:cNvPr id="37" name="Elipse 36"/>
              <p:cNvSpPr/>
              <p:nvPr/>
            </p:nvSpPr>
            <p:spPr>
              <a:xfrm>
                <a:off x="10307725" y="342457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8" name="CuadroTexto 37"/>
              <p:cNvSpPr txBox="1"/>
              <p:nvPr/>
            </p:nvSpPr>
            <p:spPr>
              <a:xfrm>
                <a:off x="10383641" y="375045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1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39" name="Grupo 38"/>
            <p:cNvGrpSpPr/>
            <p:nvPr/>
          </p:nvGrpSpPr>
          <p:grpSpPr>
            <a:xfrm>
              <a:off x="3498241" y="1209265"/>
              <a:ext cx="457977" cy="457977"/>
              <a:chOff x="10374243" y="3073557"/>
              <a:chExt cx="457977" cy="457977"/>
            </a:xfrm>
          </p:grpSpPr>
          <p:sp>
            <p:nvSpPr>
              <p:cNvPr id="40" name="Rectángulo 39"/>
              <p:cNvSpPr/>
              <p:nvPr/>
            </p:nvSpPr>
            <p:spPr>
              <a:xfrm>
                <a:off x="10374243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1" name="CuadroTexto 40"/>
              <p:cNvSpPr txBox="1"/>
              <p:nvPr/>
            </p:nvSpPr>
            <p:spPr>
              <a:xfrm>
                <a:off x="10396049" y="3073864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3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2790973" y="2140519"/>
              <a:ext cx="584507" cy="584507"/>
              <a:chOff x="7996236" y="1632823"/>
              <a:chExt cx="584507" cy="584507"/>
            </a:xfrm>
          </p:grpSpPr>
          <p:sp>
            <p:nvSpPr>
              <p:cNvPr id="46" name="Cruz 45"/>
              <p:cNvSpPr/>
              <p:nvPr/>
            </p:nvSpPr>
            <p:spPr>
              <a:xfrm>
                <a:off x="7996236" y="1632823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7" name="CuadroTexto 46"/>
              <p:cNvSpPr txBox="1"/>
              <p:nvPr/>
            </p:nvSpPr>
            <p:spPr>
              <a:xfrm>
                <a:off x="8081596" y="1668227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5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8" name="Grupo 47"/>
            <p:cNvGrpSpPr/>
            <p:nvPr/>
          </p:nvGrpSpPr>
          <p:grpSpPr>
            <a:xfrm>
              <a:off x="1478475" y="2132458"/>
              <a:ext cx="591014" cy="591014"/>
              <a:chOff x="11029368" y="1667242"/>
              <a:chExt cx="591014" cy="591014"/>
            </a:xfrm>
          </p:grpSpPr>
          <p:sp>
            <p:nvSpPr>
              <p:cNvPr id="49" name="Elipse 48"/>
              <p:cNvSpPr/>
              <p:nvPr/>
            </p:nvSpPr>
            <p:spPr>
              <a:xfrm>
                <a:off x="11029368" y="1667242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0" name="CuadroTexto 49"/>
              <p:cNvSpPr txBox="1"/>
              <p:nvPr/>
            </p:nvSpPr>
            <p:spPr>
              <a:xfrm>
                <a:off x="11114728" y="1698603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2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1" name="Grupo 50"/>
            <p:cNvGrpSpPr/>
            <p:nvPr/>
          </p:nvGrpSpPr>
          <p:grpSpPr>
            <a:xfrm>
              <a:off x="764957" y="1277998"/>
              <a:ext cx="460235" cy="471905"/>
              <a:chOff x="8772980" y="3059629"/>
              <a:chExt cx="460235" cy="471905"/>
            </a:xfrm>
          </p:grpSpPr>
          <p:sp>
            <p:nvSpPr>
              <p:cNvPr id="52" name="Rectángulo 51"/>
              <p:cNvSpPr/>
              <p:nvPr/>
            </p:nvSpPr>
            <p:spPr>
              <a:xfrm>
                <a:off x="8775238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" name="CuadroTexto 52"/>
              <p:cNvSpPr txBox="1"/>
              <p:nvPr/>
            </p:nvSpPr>
            <p:spPr>
              <a:xfrm>
                <a:off x="8772980" y="3059629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4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4" name="Grupo 53"/>
            <p:cNvGrpSpPr/>
            <p:nvPr/>
          </p:nvGrpSpPr>
          <p:grpSpPr>
            <a:xfrm>
              <a:off x="1522049" y="227574"/>
              <a:ext cx="584507" cy="584507"/>
              <a:chOff x="8728571" y="307084"/>
              <a:chExt cx="584507" cy="584507"/>
            </a:xfrm>
          </p:grpSpPr>
          <p:sp>
            <p:nvSpPr>
              <p:cNvPr id="55" name="Cruz 54"/>
              <p:cNvSpPr/>
              <p:nvPr/>
            </p:nvSpPr>
            <p:spPr>
              <a:xfrm>
                <a:off x="8728571" y="307084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6" name="CuadroTexto 55"/>
              <p:cNvSpPr txBox="1"/>
              <p:nvPr/>
            </p:nvSpPr>
            <p:spPr>
              <a:xfrm>
                <a:off x="8797982" y="360498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6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cxnSp>
          <p:nvCxnSpPr>
            <p:cNvPr id="9" name="Conector recto de flecha 8"/>
            <p:cNvCxnSpPr>
              <a:stCxn id="55" idx="3"/>
              <a:endCxn id="37" idx="2"/>
            </p:cNvCxnSpPr>
            <p:nvPr/>
          </p:nvCxnSpPr>
          <p:spPr>
            <a:xfrm>
              <a:off x="2106556" y="519828"/>
              <a:ext cx="647751" cy="101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>
              <a:stCxn id="37" idx="6"/>
              <a:endCxn id="41" idx="0"/>
            </p:cNvCxnSpPr>
            <p:nvPr/>
          </p:nvCxnSpPr>
          <p:spPr>
            <a:xfrm>
              <a:off x="3345320" y="529940"/>
              <a:ext cx="379651" cy="6796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/>
            <p:cNvCxnSpPr>
              <a:stCxn id="41" idx="2"/>
              <a:endCxn id="46" idx="3"/>
            </p:cNvCxnSpPr>
            <p:nvPr/>
          </p:nvCxnSpPr>
          <p:spPr>
            <a:xfrm flipH="1">
              <a:off x="3375480" y="1640459"/>
              <a:ext cx="349491" cy="7923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/>
            <p:cNvCxnSpPr>
              <a:stCxn id="46" idx="1"/>
              <a:endCxn id="49" idx="6"/>
            </p:cNvCxnSpPr>
            <p:nvPr/>
          </p:nvCxnSpPr>
          <p:spPr>
            <a:xfrm flipH="1" flipV="1">
              <a:off x="2069489" y="2427965"/>
              <a:ext cx="721484" cy="4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/>
            <p:cNvCxnSpPr>
              <a:stCxn id="49" idx="2"/>
              <a:endCxn id="52" idx="2"/>
            </p:cNvCxnSpPr>
            <p:nvPr/>
          </p:nvCxnSpPr>
          <p:spPr>
            <a:xfrm flipH="1" flipV="1">
              <a:off x="996204" y="1749903"/>
              <a:ext cx="482271" cy="6780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>
              <a:stCxn id="52" idx="0"/>
              <a:endCxn id="55" idx="1"/>
            </p:cNvCxnSpPr>
            <p:nvPr/>
          </p:nvCxnSpPr>
          <p:spPr>
            <a:xfrm flipV="1">
              <a:off x="996204" y="519828"/>
              <a:ext cx="525845" cy="7720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o 114"/>
          <p:cNvGrpSpPr/>
          <p:nvPr/>
        </p:nvGrpSpPr>
        <p:grpSpPr>
          <a:xfrm>
            <a:off x="976365" y="3953026"/>
            <a:ext cx="488941" cy="480554"/>
            <a:chOff x="10307725" y="342457"/>
            <a:chExt cx="591014" cy="591014"/>
          </a:xfrm>
        </p:grpSpPr>
        <p:sp>
          <p:nvSpPr>
            <p:cNvPr id="137" name="Elipse 1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8" name="CuadroTexto 1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6" name="Grupo 115"/>
          <p:cNvGrpSpPr/>
          <p:nvPr/>
        </p:nvGrpSpPr>
        <p:grpSpPr>
          <a:xfrm>
            <a:off x="1591816" y="4745663"/>
            <a:ext cx="378881" cy="372382"/>
            <a:chOff x="10374243" y="3073557"/>
            <a:chExt cx="457977" cy="457977"/>
          </a:xfrm>
        </p:grpSpPr>
        <p:sp>
          <p:nvSpPr>
            <p:cNvPr id="135" name="Rectángulo 134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6" name="CuadroTexto 135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7" name="Grupo 116"/>
          <p:cNvGrpSpPr/>
          <p:nvPr/>
        </p:nvGrpSpPr>
        <p:grpSpPr>
          <a:xfrm>
            <a:off x="418708" y="4694222"/>
            <a:ext cx="483558" cy="475264"/>
            <a:chOff x="7996236" y="1632823"/>
            <a:chExt cx="584507" cy="584507"/>
          </a:xfrm>
        </p:grpSpPr>
        <p:sp>
          <p:nvSpPr>
            <p:cNvPr id="133" name="Cruz 132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4" name="CuadroTexto 133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8" name="Grupo 117"/>
          <p:cNvGrpSpPr/>
          <p:nvPr/>
        </p:nvGrpSpPr>
        <p:grpSpPr>
          <a:xfrm>
            <a:off x="2302025" y="4694222"/>
            <a:ext cx="488941" cy="480554"/>
            <a:chOff x="11029368" y="1667242"/>
            <a:chExt cx="591014" cy="591014"/>
          </a:xfrm>
        </p:grpSpPr>
        <p:sp>
          <p:nvSpPr>
            <p:cNvPr id="131" name="Elipse 130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2" name="CuadroTexto 131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9" name="Grupo 118"/>
          <p:cNvGrpSpPr/>
          <p:nvPr/>
        </p:nvGrpSpPr>
        <p:grpSpPr>
          <a:xfrm>
            <a:off x="489326" y="5534459"/>
            <a:ext cx="380749" cy="383707"/>
            <a:chOff x="8772980" y="3059629"/>
            <a:chExt cx="460235" cy="471905"/>
          </a:xfrm>
        </p:grpSpPr>
        <p:sp>
          <p:nvSpPr>
            <p:cNvPr id="129" name="Rectángulo 128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0" name="CuadroTexto 129"/>
            <p:cNvSpPr txBox="1"/>
            <p:nvPr/>
          </p:nvSpPr>
          <p:spPr>
            <a:xfrm>
              <a:off x="8772980" y="3059629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20" name="Grupo 119"/>
          <p:cNvGrpSpPr/>
          <p:nvPr/>
        </p:nvGrpSpPr>
        <p:grpSpPr>
          <a:xfrm>
            <a:off x="976365" y="3195369"/>
            <a:ext cx="483558" cy="475264"/>
            <a:chOff x="8728571" y="307084"/>
            <a:chExt cx="584507" cy="584507"/>
          </a:xfrm>
        </p:grpSpPr>
        <p:sp>
          <p:nvSpPr>
            <p:cNvPr id="127" name="Cruz 12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8" name="CuadroTexto 127"/>
            <p:cNvSpPr txBox="1"/>
            <p:nvPr/>
          </p:nvSpPr>
          <p:spPr>
            <a:xfrm>
              <a:off x="8797982" y="36049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22" name="Conector recto de flecha 121"/>
          <p:cNvCxnSpPr>
            <a:stCxn id="137" idx="5"/>
            <a:endCxn id="136" idx="0"/>
          </p:cNvCxnSpPr>
          <p:nvPr/>
        </p:nvCxnSpPr>
        <p:spPr>
          <a:xfrm>
            <a:off x="1393702" y="4363204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stCxn id="135" idx="1"/>
            <a:endCxn id="133" idx="3"/>
          </p:cNvCxnSpPr>
          <p:nvPr/>
        </p:nvCxnSpPr>
        <p:spPr>
          <a:xfrm flipH="1">
            <a:off x="902266" y="4931854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de flecha 140"/>
          <p:cNvCxnSpPr>
            <a:stCxn id="133" idx="0"/>
          </p:cNvCxnSpPr>
          <p:nvPr/>
        </p:nvCxnSpPr>
        <p:spPr>
          <a:xfrm flipV="1">
            <a:off x="660487" y="4329878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recto de flecha 144"/>
          <p:cNvCxnSpPr>
            <a:stCxn id="130" idx="0"/>
            <a:endCxn id="133" idx="2"/>
          </p:cNvCxnSpPr>
          <p:nvPr/>
        </p:nvCxnSpPr>
        <p:spPr>
          <a:xfrm flipV="1">
            <a:off x="658858" y="5169486"/>
            <a:ext cx="1629" cy="36497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de flecha 148"/>
          <p:cNvCxnSpPr>
            <a:stCxn id="131" idx="2"/>
          </p:cNvCxnSpPr>
          <p:nvPr/>
        </p:nvCxnSpPr>
        <p:spPr>
          <a:xfrm flipH="1" flipV="1">
            <a:off x="1970697" y="4933354"/>
            <a:ext cx="331328" cy="114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de flecha 150"/>
          <p:cNvCxnSpPr>
            <a:stCxn id="137" idx="0"/>
            <a:endCxn id="127" idx="2"/>
          </p:cNvCxnSpPr>
          <p:nvPr/>
        </p:nvCxnSpPr>
        <p:spPr>
          <a:xfrm flipH="1" flipV="1">
            <a:off x="1218144" y="3670633"/>
            <a:ext cx="2692" cy="282393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84456282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765347" y="227574"/>
            <a:ext cx="2640106" cy="2030682"/>
            <a:chOff x="764957" y="227574"/>
            <a:chExt cx="3191261" cy="2497452"/>
          </a:xfrm>
        </p:grpSpPr>
        <p:grpSp>
          <p:nvGrpSpPr>
            <p:cNvPr id="27" name="Grupo 26"/>
            <p:cNvGrpSpPr/>
            <p:nvPr/>
          </p:nvGrpSpPr>
          <p:grpSpPr>
            <a:xfrm>
              <a:off x="2754307" y="234433"/>
              <a:ext cx="591014" cy="591014"/>
              <a:chOff x="10307725" y="342457"/>
              <a:chExt cx="591014" cy="591014"/>
            </a:xfrm>
          </p:grpSpPr>
          <p:sp>
            <p:nvSpPr>
              <p:cNvPr id="37" name="Elipse 36"/>
              <p:cNvSpPr/>
              <p:nvPr/>
            </p:nvSpPr>
            <p:spPr>
              <a:xfrm>
                <a:off x="10307725" y="342457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8" name="CuadroTexto 37"/>
              <p:cNvSpPr txBox="1"/>
              <p:nvPr/>
            </p:nvSpPr>
            <p:spPr>
              <a:xfrm>
                <a:off x="10383641" y="375045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1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39" name="Grupo 38"/>
            <p:cNvGrpSpPr/>
            <p:nvPr/>
          </p:nvGrpSpPr>
          <p:grpSpPr>
            <a:xfrm>
              <a:off x="3498241" y="1209265"/>
              <a:ext cx="457977" cy="457977"/>
              <a:chOff x="10374243" y="3073557"/>
              <a:chExt cx="457977" cy="457977"/>
            </a:xfrm>
          </p:grpSpPr>
          <p:sp>
            <p:nvSpPr>
              <p:cNvPr id="40" name="Rectángulo 39"/>
              <p:cNvSpPr/>
              <p:nvPr/>
            </p:nvSpPr>
            <p:spPr>
              <a:xfrm>
                <a:off x="10374243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1" name="CuadroTexto 40"/>
              <p:cNvSpPr txBox="1"/>
              <p:nvPr/>
            </p:nvSpPr>
            <p:spPr>
              <a:xfrm>
                <a:off x="10396049" y="3073864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3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2790973" y="2140519"/>
              <a:ext cx="584507" cy="584507"/>
              <a:chOff x="7996236" y="1632823"/>
              <a:chExt cx="584507" cy="584507"/>
            </a:xfrm>
          </p:grpSpPr>
          <p:sp>
            <p:nvSpPr>
              <p:cNvPr id="46" name="Cruz 45"/>
              <p:cNvSpPr/>
              <p:nvPr/>
            </p:nvSpPr>
            <p:spPr>
              <a:xfrm>
                <a:off x="7996236" y="1632823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7" name="CuadroTexto 46"/>
              <p:cNvSpPr txBox="1"/>
              <p:nvPr/>
            </p:nvSpPr>
            <p:spPr>
              <a:xfrm>
                <a:off x="8081596" y="1668227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5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8" name="Grupo 47"/>
            <p:cNvGrpSpPr/>
            <p:nvPr/>
          </p:nvGrpSpPr>
          <p:grpSpPr>
            <a:xfrm>
              <a:off x="1478475" y="2132458"/>
              <a:ext cx="591014" cy="591014"/>
              <a:chOff x="11029368" y="1667242"/>
              <a:chExt cx="591014" cy="591014"/>
            </a:xfrm>
          </p:grpSpPr>
          <p:sp>
            <p:nvSpPr>
              <p:cNvPr id="49" name="Elipse 48"/>
              <p:cNvSpPr/>
              <p:nvPr/>
            </p:nvSpPr>
            <p:spPr>
              <a:xfrm>
                <a:off x="11029368" y="1667242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0" name="CuadroTexto 49"/>
              <p:cNvSpPr txBox="1"/>
              <p:nvPr/>
            </p:nvSpPr>
            <p:spPr>
              <a:xfrm>
                <a:off x="11114728" y="1698603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2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1" name="Grupo 50"/>
            <p:cNvGrpSpPr/>
            <p:nvPr/>
          </p:nvGrpSpPr>
          <p:grpSpPr>
            <a:xfrm>
              <a:off x="764957" y="1277998"/>
              <a:ext cx="460235" cy="471905"/>
              <a:chOff x="8772980" y="3059629"/>
              <a:chExt cx="460235" cy="471905"/>
            </a:xfrm>
          </p:grpSpPr>
          <p:sp>
            <p:nvSpPr>
              <p:cNvPr id="52" name="Rectángulo 51"/>
              <p:cNvSpPr/>
              <p:nvPr/>
            </p:nvSpPr>
            <p:spPr>
              <a:xfrm>
                <a:off x="8775238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" name="CuadroTexto 52"/>
              <p:cNvSpPr txBox="1"/>
              <p:nvPr/>
            </p:nvSpPr>
            <p:spPr>
              <a:xfrm>
                <a:off x="8772980" y="3059629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4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4" name="Grupo 53"/>
            <p:cNvGrpSpPr/>
            <p:nvPr/>
          </p:nvGrpSpPr>
          <p:grpSpPr>
            <a:xfrm>
              <a:off x="1522049" y="227574"/>
              <a:ext cx="584507" cy="584507"/>
              <a:chOff x="8728571" y="307084"/>
              <a:chExt cx="584507" cy="584507"/>
            </a:xfrm>
          </p:grpSpPr>
          <p:sp>
            <p:nvSpPr>
              <p:cNvPr id="55" name="Cruz 54"/>
              <p:cNvSpPr/>
              <p:nvPr/>
            </p:nvSpPr>
            <p:spPr>
              <a:xfrm>
                <a:off x="8728571" y="307084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6" name="CuadroTexto 55"/>
              <p:cNvSpPr txBox="1"/>
              <p:nvPr/>
            </p:nvSpPr>
            <p:spPr>
              <a:xfrm>
                <a:off x="8797982" y="360498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6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cxnSp>
          <p:nvCxnSpPr>
            <p:cNvPr id="9" name="Conector recto de flecha 8"/>
            <p:cNvCxnSpPr>
              <a:stCxn id="55" idx="3"/>
              <a:endCxn id="37" idx="2"/>
            </p:cNvCxnSpPr>
            <p:nvPr/>
          </p:nvCxnSpPr>
          <p:spPr>
            <a:xfrm>
              <a:off x="2106556" y="519828"/>
              <a:ext cx="647751" cy="101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>
              <a:stCxn id="37" idx="6"/>
              <a:endCxn id="41" idx="0"/>
            </p:cNvCxnSpPr>
            <p:nvPr/>
          </p:nvCxnSpPr>
          <p:spPr>
            <a:xfrm>
              <a:off x="3345320" y="529940"/>
              <a:ext cx="379651" cy="6796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/>
            <p:cNvCxnSpPr>
              <a:stCxn id="41" idx="2"/>
              <a:endCxn id="46" idx="3"/>
            </p:cNvCxnSpPr>
            <p:nvPr/>
          </p:nvCxnSpPr>
          <p:spPr>
            <a:xfrm flipH="1">
              <a:off x="3375480" y="1640459"/>
              <a:ext cx="349491" cy="7923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/>
            <p:cNvCxnSpPr>
              <a:stCxn id="46" idx="1"/>
              <a:endCxn id="49" idx="6"/>
            </p:cNvCxnSpPr>
            <p:nvPr/>
          </p:nvCxnSpPr>
          <p:spPr>
            <a:xfrm flipH="1" flipV="1">
              <a:off x="2069489" y="2427965"/>
              <a:ext cx="721484" cy="4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/>
            <p:cNvCxnSpPr>
              <a:stCxn id="49" idx="2"/>
              <a:endCxn id="52" idx="2"/>
            </p:cNvCxnSpPr>
            <p:nvPr/>
          </p:nvCxnSpPr>
          <p:spPr>
            <a:xfrm flipH="1" flipV="1">
              <a:off x="996204" y="1749903"/>
              <a:ext cx="482271" cy="6780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>
              <a:stCxn id="52" idx="0"/>
              <a:endCxn id="55" idx="1"/>
            </p:cNvCxnSpPr>
            <p:nvPr/>
          </p:nvCxnSpPr>
          <p:spPr>
            <a:xfrm flipV="1">
              <a:off x="996204" y="519828"/>
              <a:ext cx="525845" cy="7720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o 114"/>
          <p:cNvGrpSpPr/>
          <p:nvPr/>
        </p:nvGrpSpPr>
        <p:grpSpPr>
          <a:xfrm>
            <a:off x="976365" y="3953026"/>
            <a:ext cx="488941" cy="480554"/>
            <a:chOff x="10307725" y="342457"/>
            <a:chExt cx="591014" cy="591014"/>
          </a:xfrm>
        </p:grpSpPr>
        <p:sp>
          <p:nvSpPr>
            <p:cNvPr id="137" name="Elipse 1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8" name="CuadroTexto 1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6" name="Grupo 115"/>
          <p:cNvGrpSpPr/>
          <p:nvPr/>
        </p:nvGrpSpPr>
        <p:grpSpPr>
          <a:xfrm>
            <a:off x="1591816" y="4745663"/>
            <a:ext cx="378881" cy="372382"/>
            <a:chOff x="10374243" y="3073557"/>
            <a:chExt cx="457977" cy="457977"/>
          </a:xfrm>
        </p:grpSpPr>
        <p:sp>
          <p:nvSpPr>
            <p:cNvPr id="135" name="Rectángulo 134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6" name="CuadroTexto 135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7" name="Grupo 116"/>
          <p:cNvGrpSpPr/>
          <p:nvPr/>
        </p:nvGrpSpPr>
        <p:grpSpPr>
          <a:xfrm>
            <a:off x="418708" y="4694222"/>
            <a:ext cx="483558" cy="475264"/>
            <a:chOff x="7996236" y="1632823"/>
            <a:chExt cx="584507" cy="584507"/>
          </a:xfrm>
        </p:grpSpPr>
        <p:sp>
          <p:nvSpPr>
            <p:cNvPr id="133" name="Cruz 132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4" name="CuadroTexto 133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8" name="Grupo 117"/>
          <p:cNvGrpSpPr/>
          <p:nvPr/>
        </p:nvGrpSpPr>
        <p:grpSpPr>
          <a:xfrm>
            <a:off x="2302025" y="4694222"/>
            <a:ext cx="488941" cy="480554"/>
            <a:chOff x="11029368" y="1667242"/>
            <a:chExt cx="591014" cy="591014"/>
          </a:xfrm>
        </p:grpSpPr>
        <p:sp>
          <p:nvSpPr>
            <p:cNvPr id="131" name="Elipse 130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2" name="CuadroTexto 131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9" name="Grupo 118"/>
          <p:cNvGrpSpPr/>
          <p:nvPr/>
        </p:nvGrpSpPr>
        <p:grpSpPr>
          <a:xfrm>
            <a:off x="489326" y="5534459"/>
            <a:ext cx="380749" cy="383707"/>
            <a:chOff x="8772980" y="3059629"/>
            <a:chExt cx="460235" cy="471905"/>
          </a:xfrm>
        </p:grpSpPr>
        <p:sp>
          <p:nvSpPr>
            <p:cNvPr id="129" name="Rectángulo 128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0" name="CuadroTexto 129"/>
            <p:cNvSpPr txBox="1"/>
            <p:nvPr/>
          </p:nvSpPr>
          <p:spPr>
            <a:xfrm>
              <a:off x="8772980" y="3059629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20" name="Grupo 119"/>
          <p:cNvGrpSpPr/>
          <p:nvPr/>
        </p:nvGrpSpPr>
        <p:grpSpPr>
          <a:xfrm>
            <a:off x="976365" y="3195369"/>
            <a:ext cx="483558" cy="475264"/>
            <a:chOff x="8728571" y="307084"/>
            <a:chExt cx="584507" cy="584507"/>
          </a:xfrm>
        </p:grpSpPr>
        <p:sp>
          <p:nvSpPr>
            <p:cNvPr id="127" name="Cruz 12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8" name="CuadroTexto 127"/>
            <p:cNvSpPr txBox="1"/>
            <p:nvPr/>
          </p:nvSpPr>
          <p:spPr>
            <a:xfrm>
              <a:off x="8797982" y="36049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22" name="Conector recto de flecha 121"/>
          <p:cNvCxnSpPr>
            <a:stCxn id="137" idx="5"/>
            <a:endCxn id="136" idx="0"/>
          </p:cNvCxnSpPr>
          <p:nvPr/>
        </p:nvCxnSpPr>
        <p:spPr>
          <a:xfrm>
            <a:off x="1393702" y="4363204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stCxn id="135" idx="1"/>
            <a:endCxn id="133" idx="3"/>
          </p:cNvCxnSpPr>
          <p:nvPr/>
        </p:nvCxnSpPr>
        <p:spPr>
          <a:xfrm flipH="1">
            <a:off x="902266" y="4931854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de flecha 140"/>
          <p:cNvCxnSpPr>
            <a:stCxn id="133" idx="0"/>
          </p:cNvCxnSpPr>
          <p:nvPr/>
        </p:nvCxnSpPr>
        <p:spPr>
          <a:xfrm flipV="1">
            <a:off x="660487" y="4329878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recto de flecha 144"/>
          <p:cNvCxnSpPr>
            <a:stCxn id="130" idx="0"/>
            <a:endCxn id="133" idx="2"/>
          </p:cNvCxnSpPr>
          <p:nvPr/>
        </p:nvCxnSpPr>
        <p:spPr>
          <a:xfrm flipV="1">
            <a:off x="658858" y="5169486"/>
            <a:ext cx="1629" cy="36497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de flecha 148"/>
          <p:cNvCxnSpPr>
            <a:stCxn id="131" idx="2"/>
          </p:cNvCxnSpPr>
          <p:nvPr/>
        </p:nvCxnSpPr>
        <p:spPr>
          <a:xfrm flipH="1" flipV="1">
            <a:off x="1970697" y="4933354"/>
            <a:ext cx="331328" cy="114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de flecha 150"/>
          <p:cNvCxnSpPr>
            <a:stCxn id="137" idx="0"/>
            <a:endCxn id="127" idx="2"/>
          </p:cNvCxnSpPr>
          <p:nvPr/>
        </p:nvCxnSpPr>
        <p:spPr>
          <a:xfrm flipH="1" flipV="1">
            <a:off x="1218144" y="3670633"/>
            <a:ext cx="2692" cy="282393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upo 153"/>
          <p:cNvGrpSpPr/>
          <p:nvPr/>
        </p:nvGrpSpPr>
        <p:grpSpPr>
          <a:xfrm>
            <a:off x="4033372" y="3677445"/>
            <a:ext cx="488941" cy="480554"/>
            <a:chOff x="10307725" y="342457"/>
            <a:chExt cx="591014" cy="591014"/>
          </a:xfrm>
        </p:grpSpPr>
        <p:sp>
          <p:nvSpPr>
            <p:cNvPr id="155" name="Elipse 154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6" name="CuadroTexto 155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57" name="Grupo 156"/>
          <p:cNvGrpSpPr/>
          <p:nvPr/>
        </p:nvGrpSpPr>
        <p:grpSpPr>
          <a:xfrm>
            <a:off x="4648823" y="4470082"/>
            <a:ext cx="378881" cy="372382"/>
            <a:chOff x="10374243" y="3073557"/>
            <a:chExt cx="457977" cy="457977"/>
          </a:xfrm>
        </p:grpSpPr>
        <p:sp>
          <p:nvSpPr>
            <p:cNvPr id="158" name="Rectángulo 157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9" name="CuadroTexto 158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0" name="Grupo 159"/>
          <p:cNvGrpSpPr/>
          <p:nvPr/>
        </p:nvGrpSpPr>
        <p:grpSpPr>
          <a:xfrm>
            <a:off x="3475715" y="4418641"/>
            <a:ext cx="483558" cy="475264"/>
            <a:chOff x="7996236" y="1632823"/>
            <a:chExt cx="584507" cy="584507"/>
          </a:xfrm>
        </p:grpSpPr>
        <p:sp>
          <p:nvSpPr>
            <p:cNvPr id="161" name="Cruz 160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2" name="CuadroTexto 161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72" name="Conector recto de flecha 171"/>
          <p:cNvCxnSpPr>
            <a:stCxn id="155" idx="5"/>
            <a:endCxn id="159" idx="0"/>
          </p:cNvCxnSpPr>
          <p:nvPr/>
        </p:nvCxnSpPr>
        <p:spPr>
          <a:xfrm>
            <a:off x="4450709" y="4087623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de flecha 172"/>
          <p:cNvCxnSpPr>
            <a:stCxn id="158" idx="1"/>
            <a:endCxn id="161" idx="3"/>
          </p:cNvCxnSpPr>
          <p:nvPr/>
        </p:nvCxnSpPr>
        <p:spPr>
          <a:xfrm flipH="1">
            <a:off x="3959273" y="4656273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ector recto de flecha 173"/>
          <p:cNvCxnSpPr>
            <a:stCxn id="161" idx="0"/>
          </p:cNvCxnSpPr>
          <p:nvPr/>
        </p:nvCxnSpPr>
        <p:spPr>
          <a:xfrm flipV="1">
            <a:off x="3717494" y="4054297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306488148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765347" y="227574"/>
            <a:ext cx="2640106" cy="2030682"/>
            <a:chOff x="764957" y="227574"/>
            <a:chExt cx="3191261" cy="2497452"/>
          </a:xfrm>
        </p:grpSpPr>
        <p:grpSp>
          <p:nvGrpSpPr>
            <p:cNvPr id="27" name="Grupo 26"/>
            <p:cNvGrpSpPr/>
            <p:nvPr/>
          </p:nvGrpSpPr>
          <p:grpSpPr>
            <a:xfrm>
              <a:off x="2754307" y="234433"/>
              <a:ext cx="591014" cy="591014"/>
              <a:chOff x="10307725" y="342457"/>
              <a:chExt cx="591014" cy="591014"/>
            </a:xfrm>
          </p:grpSpPr>
          <p:sp>
            <p:nvSpPr>
              <p:cNvPr id="37" name="Elipse 36"/>
              <p:cNvSpPr/>
              <p:nvPr/>
            </p:nvSpPr>
            <p:spPr>
              <a:xfrm>
                <a:off x="10307725" y="342457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8" name="CuadroTexto 37"/>
              <p:cNvSpPr txBox="1"/>
              <p:nvPr/>
            </p:nvSpPr>
            <p:spPr>
              <a:xfrm>
                <a:off x="10383641" y="375045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1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39" name="Grupo 38"/>
            <p:cNvGrpSpPr/>
            <p:nvPr/>
          </p:nvGrpSpPr>
          <p:grpSpPr>
            <a:xfrm>
              <a:off x="3498241" y="1209265"/>
              <a:ext cx="457977" cy="457977"/>
              <a:chOff x="10374243" y="3073557"/>
              <a:chExt cx="457977" cy="457977"/>
            </a:xfrm>
          </p:grpSpPr>
          <p:sp>
            <p:nvSpPr>
              <p:cNvPr id="40" name="Rectángulo 39"/>
              <p:cNvSpPr/>
              <p:nvPr/>
            </p:nvSpPr>
            <p:spPr>
              <a:xfrm>
                <a:off x="10374243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1" name="CuadroTexto 40"/>
              <p:cNvSpPr txBox="1"/>
              <p:nvPr/>
            </p:nvSpPr>
            <p:spPr>
              <a:xfrm>
                <a:off x="10396049" y="3073864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3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2790973" y="2140519"/>
              <a:ext cx="584507" cy="584507"/>
              <a:chOff x="7996236" y="1632823"/>
              <a:chExt cx="584507" cy="584507"/>
            </a:xfrm>
          </p:grpSpPr>
          <p:sp>
            <p:nvSpPr>
              <p:cNvPr id="46" name="Cruz 45"/>
              <p:cNvSpPr/>
              <p:nvPr/>
            </p:nvSpPr>
            <p:spPr>
              <a:xfrm>
                <a:off x="7996236" y="1632823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7" name="CuadroTexto 46"/>
              <p:cNvSpPr txBox="1"/>
              <p:nvPr/>
            </p:nvSpPr>
            <p:spPr>
              <a:xfrm>
                <a:off x="8081596" y="1668227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5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8" name="Grupo 47"/>
            <p:cNvGrpSpPr/>
            <p:nvPr/>
          </p:nvGrpSpPr>
          <p:grpSpPr>
            <a:xfrm>
              <a:off x="1478475" y="2132458"/>
              <a:ext cx="591014" cy="591014"/>
              <a:chOff x="11029368" y="1667242"/>
              <a:chExt cx="591014" cy="591014"/>
            </a:xfrm>
          </p:grpSpPr>
          <p:sp>
            <p:nvSpPr>
              <p:cNvPr id="49" name="Elipse 48"/>
              <p:cNvSpPr/>
              <p:nvPr/>
            </p:nvSpPr>
            <p:spPr>
              <a:xfrm>
                <a:off x="11029368" y="1667242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0" name="CuadroTexto 49"/>
              <p:cNvSpPr txBox="1"/>
              <p:nvPr/>
            </p:nvSpPr>
            <p:spPr>
              <a:xfrm>
                <a:off x="11114728" y="1698603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2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1" name="Grupo 50"/>
            <p:cNvGrpSpPr/>
            <p:nvPr/>
          </p:nvGrpSpPr>
          <p:grpSpPr>
            <a:xfrm>
              <a:off x="764957" y="1277998"/>
              <a:ext cx="460235" cy="471905"/>
              <a:chOff x="8772980" y="3059629"/>
              <a:chExt cx="460235" cy="471905"/>
            </a:xfrm>
          </p:grpSpPr>
          <p:sp>
            <p:nvSpPr>
              <p:cNvPr id="52" name="Rectángulo 51"/>
              <p:cNvSpPr/>
              <p:nvPr/>
            </p:nvSpPr>
            <p:spPr>
              <a:xfrm>
                <a:off x="8775238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" name="CuadroTexto 52"/>
              <p:cNvSpPr txBox="1"/>
              <p:nvPr/>
            </p:nvSpPr>
            <p:spPr>
              <a:xfrm>
                <a:off x="8772980" y="3059629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4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4" name="Grupo 53"/>
            <p:cNvGrpSpPr/>
            <p:nvPr/>
          </p:nvGrpSpPr>
          <p:grpSpPr>
            <a:xfrm>
              <a:off x="1522049" y="227574"/>
              <a:ext cx="584507" cy="584507"/>
              <a:chOff x="8728571" y="307084"/>
              <a:chExt cx="584507" cy="584507"/>
            </a:xfrm>
          </p:grpSpPr>
          <p:sp>
            <p:nvSpPr>
              <p:cNvPr id="55" name="Cruz 54"/>
              <p:cNvSpPr/>
              <p:nvPr/>
            </p:nvSpPr>
            <p:spPr>
              <a:xfrm>
                <a:off x="8728571" y="307084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6" name="CuadroTexto 55"/>
              <p:cNvSpPr txBox="1"/>
              <p:nvPr/>
            </p:nvSpPr>
            <p:spPr>
              <a:xfrm>
                <a:off x="8797982" y="360498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6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cxnSp>
          <p:nvCxnSpPr>
            <p:cNvPr id="9" name="Conector recto de flecha 8"/>
            <p:cNvCxnSpPr>
              <a:stCxn id="55" idx="3"/>
              <a:endCxn id="37" idx="2"/>
            </p:cNvCxnSpPr>
            <p:nvPr/>
          </p:nvCxnSpPr>
          <p:spPr>
            <a:xfrm>
              <a:off x="2106556" y="519828"/>
              <a:ext cx="647751" cy="101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>
              <a:stCxn id="37" idx="6"/>
              <a:endCxn id="41" idx="0"/>
            </p:cNvCxnSpPr>
            <p:nvPr/>
          </p:nvCxnSpPr>
          <p:spPr>
            <a:xfrm>
              <a:off x="3345320" y="529940"/>
              <a:ext cx="379651" cy="6796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/>
            <p:cNvCxnSpPr>
              <a:stCxn id="41" idx="2"/>
              <a:endCxn id="46" idx="3"/>
            </p:cNvCxnSpPr>
            <p:nvPr/>
          </p:nvCxnSpPr>
          <p:spPr>
            <a:xfrm flipH="1">
              <a:off x="3375480" y="1640459"/>
              <a:ext cx="349491" cy="7923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/>
            <p:cNvCxnSpPr>
              <a:stCxn id="46" idx="1"/>
              <a:endCxn id="49" idx="6"/>
            </p:cNvCxnSpPr>
            <p:nvPr/>
          </p:nvCxnSpPr>
          <p:spPr>
            <a:xfrm flipH="1" flipV="1">
              <a:off x="2069489" y="2427965"/>
              <a:ext cx="721484" cy="4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/>
            <p:cNvCxnSpPr>
              <a:stCxn id="49" idx="2"/>
              <a:endCxn id="52" idx="2"/>
            </p:cNvCxnSpPr>
            <p:nvPr/>
          </p:nvCxnSpPr>
          <p:spPr>
            <a:xfrm flipH="1" flipV="1">
              <a:off x="996204" y="1749903"/>
              <a:ext cx="482271" cy="6780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>
              <a:stCxn id="52" idx="0"/>
              <a:endCxn id="55" idx="1"/>
            </p:cNvCxnSpPr>
            <p:nvPr/>
          </p:nvCxnSpPr>
          <p:spPr>
            <a:xfrm flipV="1">
              <a:off x="996204" y="519828"/>
              <a:ext cx="525845" cy="7720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o 114"/>
          <p:cNvGrpSpPr/>
          <p:nvPr/>
        </p:nvGrpSpPr>
        <p:grpSpPr>
          <a:xfrm>
            <a:off x="976365" y="3953026"/>
            <a:ext cx="488941" cy="480554"/>
            <a:chOff x="10307725" y="342457"/>
            <a:chExt cx="591014" cy="591014"/>
          </a:xfrm>
        </p:grpSpPr>
        <p:sp>
          <p:nvSpPr>
            <p:cNvPr id="137" name="Elipse 1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8" name="CuadroTexto 1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6" name="Grupo 115"/>
          <p:cNvGrpSpPr/>
          <p:nvPr/>
        </p:nvGrpSpPr>
        <p:grpSpPr>
          <a:xfrm>
            <a:off x="1591816" y="4745663"/>
            <a:ext cx="378881" cy="372382"/>
            <a:chOff x="10374243" y="3073557"/>
            <a:chExt cx="457977" cy="457977"/>
          </a:xfrm>
        </p:grpSpPr>
        <p:sp>
          <p:nvSpPr>
            <p:cNvPr id="135" name="Rectángulo 134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6" name="CuadroTexto 135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7" name="Grupo 116"/>
          <p:cNvGrpSpPr/>
          <p:nvPr/>
        </p:nvGrpSpPr>
        <p:grpSpPr>
          <a:xfrm>
            <a:off x="418708" y="4694222"/>
            <a:ext cx="483558" cy="475264"/>
            <a:chOff x="7996236" y="1632823"/>
            <a:chExt cx="584507" cy="584507"/>
          </a:xfrm>
        </p:grpSpPr>
        <p:sp>
          <p:nvSpPr>
            <p:cNvPr id="133" name="Cruz 132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4" name="CuadroTexto 133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8" name="Grupo 117"/>
          <p:cNvGrpSpPr/>
          <p:nvPr/>
        </p:nvGrpSpPr>
        <p:grpSpPr>
          <a:xfrm>
            <a:off x="2302025" y="4694222"/>
            <a:ext cx="488941" cy="480554"/>
            <a:chOff x="11029368" y="1667242"/>
            <a:chExt cx="591014" cy="591014"/>
          </a:xfrm>
        </p:grpSpPr>
        <p:sp>
          <p:nvSpPr>
            <p:cNvPr id="131" name="Elipse 130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2" name="CuadroTexto 131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9" name="Grupo 118"/>
          <p:cNvGrpSpPr/>
          <p:nvPr/>
        </p:nvGrpSpPr>
        <p:grpSpPr>
          <a:xfrm>
            <a:off x="489326" y="5534459"/>
            <a:ext cx="380749" cy="383707"/>
            <a:chOff x="8772980" y="3059629"/>
            <a:chExt cx="460235" cy="471905"/>
          </a:xfrm>
        </p:grpSpPr>
        <p:sp>
          <p:nvSpPr>
            <p:cNvPr id="129" name="Rectángulo 128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0" name="CuadroTexto 129"/>
            <p:cNvSpPr txBox="1"/>
            <p:nvPr/>
          </p:nvSpPr>
          <p:spPr>
            <a:xfrm>
              <a:off x="8772980" y="3059629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20" name="Grupo 119"/>
          <p:cNvGrpSpPr/>
          <p:nvPr/>
        </p:nvGrpSpPr>
        <p:grpSpPr>
          <a:xfrm>
            <a:off x="976365" y="3195369"/>
            <a:ext cx="483558" cy="475264"/>
            <a:chOff x="8728571" y="307084"/>
            <a:chExt cx="584507" cy="584507"/>
          </a:xfrm>
        </p:grpSpPr>
        <p:sp>
          <p:nvSpPr>
            <p:cNvPr id="127" name="Cruz 12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8" name="CuadroTexto 127"/>
            <p:cNvSpPr txBox="1"/>
            <p:nvPr/>
          </p:nvSpPr>
          <p:spPr>
            <a:xfrm>
              <a:off x="8797982" y="36049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22" name="Conector recto de flecha 121"/>
          <p:cNvCxnSpPr>
            <a:stCxn id="137" idx="5"/>
            <a:endCxn id="136" idx="0"/>
          </p:cNvCxnSpPr>
          <p:nvPr/>
        </p:nvCxnSpPr>
        <p:spPr>
          <a:xfrm>
            <a:off x="1393702" y="4363204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stCxn id="135" idx="1"/>
            <a:endCxn id="133" idx="3"/>
          </p:cNvCxnSpPr>
          <p:nvPr/>
        </p:nvCxnSpPr>
        <p:spPr>
          <a:xfrm flipH="1">
            <a:off x="902266" y="4931854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de flecha 140"/>
          <p:cNvCxnSpPr>
            <a:stCxn id="133" idx="0"/>
          </p:cNvCxnSpPr>
          <p:nvPr/>
        </p:nvCxnSpPr>
        <p:spPr>
          <a:xfrm flipV="1">
            <a:off x="660487" y="4329878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recto de flecha 144"/>
          <p:cNvCxnSpPr>
            <a:stCxn id="130" idx="0"/>
            <a:endCxn id="133" idx="2"/>
          </p:cNvCxnSpPr>
          <p:nvPr/>
        </p:nvCxnSpPr>
        <p:spPr>
          <a:xfrm flipV="1">
            <a:off x="658858" y="5169486"/>
            <a:ext cx="1629" cy="36497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de flecha 148"/>
          <p:cNvCxnSpPr>
            <a:stCxn id="131" idx="2"/>
          </p:cNvCxnSpPr>
          <p:nvPr/>
        </p:nvCxnSpPr>
        <p:spPr>
          <a:xfrm flipH="1" flipV="1">
            <a:off x="1970697" y="4933354"/>
            <a:ext cx="331328" cy="114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de flecha 150"/>
          <p:cNvCxnSpPr>
            <a:stCxn id="137" idx="0"/>
            <a:endCxn id="127" idx="2"/>
          </p:cNvCxnSpPr>
          <p:nvPr/>
        </p:nvCxnSpPr>
        <p:spPr>
          <a:xfrm flipH="1" flipV="1">
            <a:off x="1218144" y="3670633"/>
            <a:ext cx="2692" cy="282393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upo 153"/>
          <p:cNvGrpSpPr/>
          <p:nvPr/>
        </p:nvGrpSpPr>
        <p:grpSpPr>
          <a:xfrm>
            <a:off x="4033372" y="3677445"/>
            <a:ext cx="488941" cy="480554"/>
            <a:chOff x="10307725" y="342457"/>
            <a:chExt cx="591014" cy="591014"/>
          </a:xfrm>
        </p:grpSpPr>
        <p:sp>
          <p:nvSpPr>
            <p:cNvPr id="155" name="Elipse 154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6" name="CuadroTexto 155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57" name="Grupo 156"/>
          <p:cNvGrpSpPr/>
          <p:nvPr/>
        </p:nvGrpSpPr>
        <p:grpSpPr>
          <a:xfrm>
            <a:off x="4648823" y="4470082"/>
            <a:ext cx="378881" cy="372382"/>
            <a:chOff x="10374243" y="3073557"/>
            <a:chExt cx="457977" cy="457977"/>
          </a:xfrm>
        </p:grpSpPr>
        <p:sp>
          <p:nvSpPr>
            <p:cNvPr id="158" name="Rectángulo 157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9" name="CuadroTexto 158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0" name="Grupo 159"/>
          <p:cNvGrpSpPr/>
          <p:nvPr/>
        </p:nvGrpSpPr>
        <p:grpSpPr>
          <a:xfrm>
            <a:off x="3475715" y="4418641"/>
            <a:ext cx="483558" cy="475264"/>
            <a:chOff x="7996236" y="1632823"/>
            <a:chExt cx="584507" cy="584507"/>
          </a:xfrm>
        </p:grpSpPr>
        <p:sp>
          <p:nvSpPr>
            <p:cNvPr id="161" name="Cruz 160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2" name="CuadroTexto 161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3" name="Grupo 162"/>
          <p:cNvGrpSpPr/>
          <p:nvPr/>
        </p:nvGrpSpPr>
        <p:grpSpPr>
          <a:xfrm>
            <a:off x="5359032" y="4418641"/>
            <a:ext cx="488941" cy="480554"/>
            <a:chOff x="11029368" y="1667242"/>
            <a:chExt cx="591014" cy="591014"/>
          </a:xfrm>
        </p:grpSpPr>
        <p:sp>
          <p:nvSpPr>
            <p:cNvPr id="164" name="Elipse 16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5" name="CuadroTexto 164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72" name="Conector recto de flecha 171"/>
          <p:cNvCxnSpPr>
            <a:stCxn id="155" idx="5"/>
            <a:endCxn id="159" idx="0"/>
          </p:cNvCxnSpPr>
          <p:nvPr/>
        </p:nvCxnSpPr>
        <p:spPr>
          <a:xfrm>
            <a:off x="4450709" y="4087623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de flecha 172"/>
          <p:cNvCxnSpPr>
            <a:stCxn id="158" idx="1"/>
            <a:endCxn id="161" idx="3"/>
          </p:cNvCxnSpPr>
          <p:nvPr/>
        </p:nvCxnSpPr>
        <p:spPr>
          <a:xfrm flipH="1">
            <a:off x="3959273" y="4656273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ector recto de flecha 173"/>
          <p:cNvCxnSpPr>
            <a:stCxn id="161" idx="0"/>
          </p:cNvCxnSpPr>
          <p:nvPr/>
        </p:nvCxnSpPr>
        <p:spPr>
          <a:xfrm flipV="1">
            <a:off x="3717494" y="4054297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ector recto de flecha 175"/>
          <p:cNvCxnSpPr>
            <a:stCxn id="164" idx="2"/>
          </p:cNvCxnSpPr>
          <p:nvPr/>
        </p:nvCxnSpPr>
        <p:spPr>
          <a:xfrm flipH="1" flipV="1">
            <a:off x="5027704" y="4657773"/>
            <a:ext cx="331328" cy="114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16592309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765347" y="227574"/>
            <a:ext cx="2640106" cy="2030682"/>
            <a:chOff x="764957" y="227574"/>
            <a:chExt cx="3191261" cy="2497452"/>
          </a:xfrm>
        </p:grpSpPr>
        <p:grpSp>
          <p:nvGrpSpPr>
            <p:cNvPr id="27" name="Grupo 26"/>
            <p:cNvGrpSpPr/>
            <p:nvPr/>
          </p:nvGrpSpPr>
          <p:grpSpPr>
            <a:xfrm>
              <a:off x="2754307" y="234433"/>
              <a:ext cx="591014" cy="591014"/>
              <a:chOff x="10307725" y="342457"/>
              <a:chExt cx="591014" cy="591014"/>
            </a:xfrm>
          </p:grpSpPr>
          <p:sp>
            <p:nvSpPr>
              <p:cNvPr id="37" name="Elipse 36"/>
              <p:cNvSpPr/>
              <p:nvPr/>
            </p:nvSpPr>
            <p:spPr>
              <a:xfrm>
                <a:off x="10307725" y="342457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8" name="CuadroTexto 37"/>
              <p:cNvSpPr txBox="1"/>
              <p:nvPr/>
            </p:nvSpPr>
            <p:spPr>
              <a:xfrm>
                <a:off x="10383641" y="375045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1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39" name="Grupo 38"/>
            <p:cNvGrpSpPr/>
            <p:nvPr/>
          </p:nvGrpSpPr>
          <p:grpSpPr>
            <a:xfrm>
              <a:off x="3498241" y="1209265"/>
              <a:ext cx="457977" cy="457977"/>
              <a:chOff x="10374243" y="3073557"/>
              <a:chExt cx="457977" cy="457977"/>
            </a:xfrm>
          </p:grpSpPr>
          <p:sp>
            <p:nvSpPr>
              <p:cNvPr id="40" name="Rectángulo 39"/>
              <p:cNvSpPr/>
              <p:nvPr/>
            </p:nvSpPr>
            <p:spPr>
              <a:xfrm>
                <a:off x="10374243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1" name="CuadroTexto 40"/>
              <p:cNvSpPr txBox="1"/>
              <p:nvPr/>
            </p:nvSpPr>
            <p:spPr>
              <a:xfrm>
                <a:off x="10396049" y="3073864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3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2790973" y="2140519"/>
              <a:ext cx="584507" cy="584507"/>
              <a:chOff x="7996236" y="1632823"/>
              <a:chExt cx="584507" cy="584507"/>
            </a:xfrm>
          </p:grpSpPr>
          <p:sp>
            <p:nvSpPr>
              <p:cNvPr id="46" name="Cruz 45"/>
              <p:cNvSpPr/>
              <p:nvPr/>
            </p:nvSpPr>
            <p:spPr>
              <a:xfrm>
                <a:off x="7996236" y="1632823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7" name="CuadroTexto 46"/>
              <p:cNvSpPr txBox="1"/>
              <p:nvPr/>
            </p:nvSpPr>
            <p:spPr>
              <a:xfrm>
                <a:off x="8081596" y="1668227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5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8" name="Grupo 47"/>
            <p:cNvGrpSpPr/>
            <p:nvPr/>
          </p:nvGrpSpPr>
          <p:grpSpPr>
            <a:xfrm>
              <a:off x="1478475" y="2132458"/>
              <a:ext cx="591014" cy="591014"/>
              <a:chOff x="11029368" y="1667242"/>
              <a:chExt cx="591014" cy="591014"/>
            </a:xfrm>
          </p:grpSpPr>
          <p:sp>
            <p:nvSpPr>
              <p:cNvPr id="49" name="Elipse 48"/>
              <p:cNvSpPr/>
              <p:nvPr/>
            </p:nvSpPr>
            <p:spPr>
              <a:xfrm>
                <a:off x="11029368" y="1667242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0" name="CuadroTexto 49"/>
              <p:cNvSpPr txBox="1"/>
              <p:nvPr/>
            </p:nvSpPr>
            <p:spPr>
              <a:xfrm>
                <a:off x="11114728" y="1698603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2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1" name="Grupo 50"/>
            <p:cNvGrpSpPr/>
            <p:nvPr/>
          </p:nvGrpSpPr>
          <p:grpSpPr>
            <a:xfrm>
              <a:off x="764957" y="1277998"/>
              <a:ext cx="460235" cy="471905"/>
              <a:chOff x="8772980" y="3059629"/>
              <a:chExt cx="460235" cy="471905"/>
            </a:xfrm>
          </p:grpSpPr>
          <p:sp>
            <p:nvSpPr>
              <p:cNvPr id="52" name="Rectángulo 51"/>
              <p:cNvSpPr/>
              <p:nvPr/>
            </p:nvSpPr>
            <p:spPr>
              <a:xfrm>
                <a:off x="8775238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" name="CuadroTexto 52"/>
              <p:cNvSpPr txBox="1"/>
              <p:nvPr/>
            </p:nvSpPr>
            <p:spPr>
              <a:xfrm>
                <a:off x="8772980" y="3059629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4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4" name="Grupo 53"/>
            <p:cNvGrpSpPr/>
            <p:nvPr/>
          </p:nvGrpSpPr>
          <p:grpSpPr>
            <a:xfrm>
              <a:off x="1522049" y="227574"/>
              <a:ext cx="584507" cy="584507"/>
              <a:chOff x="8728571" y="307084"/>
              <a:chExt cx="584507" cy="584507"/>
            </a:xfrm>
          </p:grpSpPr>
          <p:sp>
            <p:nvSpPr>
              <p:cNvPr id="55" name="Cruz 54"/>
              <p:cNvSpPr/>
              <p:nvPr/>
            </p:nvSpPr>
            <p:spPr>
              <a:xfrm>
                <a:off x="8728571" y="307084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6" name="CuadroTexto 55"/>
              <p:cNvSpPr txBox="1"/>
              <p:nvPr/>
            </p:nvSpPr>
            <p:spPr>
              <a:xfrm>
                <a:off x="8797982" y="360498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6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cxnSp>
          <p:nvCxnSpPr>
            <p:cNvPr id="9" name="Conector recto de flecha 8"/>
            <p:cNvCxnSpPr>
              <a:stCxn id="55" idx="3"/>
              <a:endCxn id="37" idx="2"/>
            </p:cNvCxnSpPr>
            <p:nvPr/>
          </p:nvCxnSpPr>
          <p:spPr>
            <a:xfrm>
              <a:off x="2106556" y="519828"/>
              <a:ext cx="647751" cy="101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>
              <a:stCxn id="37" idx="6"/>
              <a:endCxn id="41" idx="0"/>
            </p:cNvCxnSpPr>
            <p:nvPr/>
          </p:nvCxnSpPr>
          <p:spPr>
            <a:xfrm>
              <a:off x="3345320" y="529940"/>
              <a:ext cx="379651" cy="6796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/>
            <p:cNvCxnSpPr>
              <a:stCxn id="41" idx="2"/>
              <a:endCxn id="46" idx="3"/>
            </p:cNvCxnSpPr>
            <p:nvPr/>
          </p:nvCxnSpPr>
          <p:spPr>
            <a:xfrm flipH="1">
              <a:off x="3375480" y="1640459"/>
              <a:ext cx="349491" cy="7923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/>
            <p:cNvCxnSpPr>
              <a:stCxn id="46" idx="1"/>
              <a:endCxn id="49" idx="6"/>
            </p:cNvCxnSpPr>
            <p:nvPr/>
          </p:nvCxnSpPr>
          <p:spPr>
            <a:xfrm flipH="1" flipV="1">
              <a:off x="2069489" y="2427965"/>
              <a:ext cx="721484" cy="4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/>
            <p:cNvCxnSpPr>
              <a:stCxn id="49" idx="2"/>
              <a:endCxn id="52" idx="2"/>
            </p:cNvCxnSpPr>
            <p:nvPr/>
          </p:nvCxnSpPr>
          <p:spPr>
            <a:xfrm flipH="1" flipV="1">
              <a:off x="996204" y="1749903"/>
              <a:ext cx="482271" cy="6780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>
              <a:stCxn id="52" idx="0"/>
              <a:endCxn id="55" idx="1"/>
            </p:cNvCxnSpPr>
            <p:nvPr/>
          </p:nvCxnSpPr>
          <p:spPr>
            <a:xfrm flipV="1">
              <a:off x="996204" y="519828"/>
              <a:ext cx="525845" cy="7720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o 114"/>
          <p:cNvGrpSpPr/>
          <p:nvPr/>
        </p:nvGrpSpPr>
        <p:grpSpPr>
          <a:xfrm>
            <a:off x="976365" y="3953026"/>
            <a:ext cx="488941" cy="480554"/>
            <a:chOff x="10307725" y="342457"/>
            <a:chExt cx="591014" cy="591014"/>
          </a:xfrm>
        </p:grpSpPr>
        <p:sp>
          <p:nvSpPr>
            <p:cNvPr id="137" name="Elipse 1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8" name="CuadroTexto 1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6" name="Grupo 115"/>
          <p:cNvGrpSpPr/>
          <p:nvPr/>
        </p:nvGrpSpPr>
        <p:grpSpPr>
          <a:xfrm>
            <a:off x="1591816" y="4745663"/>
            <a:ext cx="378881" cy="372382"/>
            <a:chOff x="10374243" y="3073557"/>
            <a:chExt cx="457977" cy="457977"/>
          </a:xfrm>
        </p:grpSpPr>
        <p:sp>
          <p:nvSpPr>
            <p:cNvPr id="135" name="Rectángulo 134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6" name="CuadroTexto 135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7" name="Grupo 116"/>
          <p:cNvGrpSpPr/>
          <p:nvPr/>
        </p:nvGrpSpPr>
        <p:grpSpPr>
          <a:xfrm>
            <a:off x="418708" y="4694222"/>
            <a:ext cx="483558" cy="475264"/>
            <a:chOff x="7996236" y="1632823"/>
            <a:chExt cx="584507" cy="584507"/>
          </a:xfrm>
        </p:grpSpPr>
        <p:sp>
          <p:nvSpPr>
            <p:cNvPr id="133" name="Cruz 132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4" name="CuadroTexto 133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8" name="Grupo 117"/>
          <p:cNvGrpSpPr/>
          <p:nvPr/>
        </p:nvGrpSpPr>
        <p:grpSpPr>
          <a:xfrm>
            <a:off x="2302025" y="4694222"/>
            <a:ext cx="488941" cy="480554"/>
            <a:chOff x="11029368" y="1667242"/>
            <a:chExt cx="591014" cy="591014"/>
          </a:xfrm>
        </p:grpSpPr>
        <p:sp>
          <p:nvSpPr>
            <p:cNvPr id="131" name="Elipse 130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2" name="CuadroTexto 131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9" name="Grupo 118"/>
          <p:cNvGrpSpPr/>
          <p:nvPr/>
        </p:nvGrpSpPr>
        <p:grpSpPr>
          <a:xfrm>
            <a:off x="489326" y="5534459"/>
            <a:ext cx="380749" cy="383707"/>
            <a:chOff x="8772980" y="3059629"/>
            <a:chExt cx="460235" cy="471905"/>
          </a:xfrm>
        </p:grpSpPr>
        <p:sp>
          <p:nvSpPr>
            <p:cNvPr id="129" name="Rectángulo 128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0" name="CuadroTexto 129"/>
            <p:cNvSpPr txBox="1"/>
            <p:nvPr/>
          </p:nvSpPr>
          <p:spPr>
            <a:xfrm>
              <a:off x="8772980" y="3059629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20" name="Grupo 119"/>
          <p:cNvGrpSpPr/>
          <p:nvPr/>
        </p:nvGrpSpPr>
        <p:grpSpPr>
          <a:xfrm>
            <a:off x="976365" y="3195369"/>
            <a:ext cx="483558" cy="475264"/>
            <a:chOff x="8728571" y="307084"/>
            <a:chExt cx="584507" cy="584507"/>
          </a:xfrm>
        </p:grpSpPr>
        <p:sp>
          <p:nvSpPr>
            <p:cNvPr id="127" name="Cruz 12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8" name="CuadroTexto 127"/>
            <p:cNvSpPr txBox="1"/>
            <p:nvPr/>
          </p:nvSpPr>
          <p:spPr>
            <a:xfrm>
              <a:off x="8797982" y="36049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22" name="Conector recto de flecha 121"/>
          <p:cNvCxnSpPr>
            <a:stCxn id="137" idx="5"/>
            <a:endCxn id="136" idx="0"/>
          </p:cNvCxnSpPr>
          <p:nvPr/>
        </p:nvCxnSpPr>
        <p:spPr>
          <a:xfrm>
            <a:off x="1393702" y="4363204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stCxn id="135" idx="1"/>
            <a:endCxn id="133" idx="3"/>
          </p:cNvCxnSpPr>
          <p:nvPr/>
        </p:nvCxnSpPr>
        <p:spPr>
          <a:xfrm flipH="1">
            <a:off x="902266" y="4931854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de flecha 140"/>
          <p:cNvCxnSpPr>
            <a:stCxn id="133" idx="0"/>
          </p:cNvCxnSpPr>
          <p:nvPr/>
        </p:nvCxnSpPr>
        <p:spPr>
          <a:xfrm flipV="1">
            <a:off x="660487" y="4329878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recto de flecha 144"/>
          <p:cNvCxnSpPr>
            <a:stCxn id="130" idx="0"/>
            <a:endCxn id="133" idx="2"/>
          </p:cNvCxnSpPr>
          <p:nvPr/>
        </p:nvCxnSpPr>
        <p:spPr>
          <a:xfrm flipV="1">
            <a:off x="658858" y="5169486"/>
            <a:ext cx="1629" cy="36497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de flecha 148"/>
          <p:cNvCxnSpPr>
            <a:stCxn id="131" idx="2"/>
          </p:cNvCxnSpPr>
          <p:nvPr/>
        </p:nvCxnSpPr>
        <p:spPr>
          <a:xfrm flipH="1" flipV="1">
            <a:off x="1970697" y="4933354"/>
            <a:ext cx="331328" cy="114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de flecha 150"/>
          <p:cNvCxnSpPr>
            <a:stCxn id="137" idx="0"/>
            <a:endCxn id="127" idx="2"/>
          </p:cNvCxnSpPr>
          <p:nvPr/>
        </p:nvCxnSpPr>
        <p:spPr>
          <a:xfrm flipH="1" flipV="1">
            <a:off x="1218144" y="3670633"/>
            <a:ext cx="2692" cy="282393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upo 153"/>
          <p:cNvGrpSpPr/>
          <p:nvPr/>
        </p:nvGrpSpPr>
        <p:grpSpPr>
          <a:xfrm>
            <a:off x="4033372" y="3677445"/>
            <a:ext cx="488941" cy="480554"/>
            <a:chOff x="10307725" y="342457"/>
            <a:chExt cx="591014" cy="591014"/>
          </a:xfrm>
        </p:grpSpPr>
        <p:sp>
          <p:nvSpPr>
            <p:cNvPr id="155" name="Elipse 154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6" name="CuadroTexto 155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57" name="Grupo 156"/>
          <p:cNvGrpSpPr/>
          <p:nvPr/>
        </p:nvGrpSpPr>
        <p:grpSpPr>
          <a:xfrm>
            <a:off x="4648823" y="4470082"/>
            <a:ext cx="378881" cy="372382"/>
            <a:chOff x="10374243" y="3073557"/>
            <a:chExt cx="457977" cy="457977"/>
          </a:xfrm>
        </p:grpSpPr>
        <p:sp>
          <p:nvSpPr>
            <p:cNvPr id="158" name="Rectángulo 157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9" name="CuadroTexto 158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0" name="Grupo 159"/>
          <p:cNvGrpSpPr/>
          <p:nvPr/>
        </p:nvGrpSpPr>
        <p:grpSpPr>
          <a:xfrm>
            <a:off x="3475715" y="4418641"/>
            <a:ext cx="483558" cy="475264"/>
            <a:chOff x="7996236" y="1632823"/>
            <a:chExt cx="584507" cy="584507"/>
          </a:xfrm>
        </p:grpSpPr>
        <p:sp>
          <p:nvSpPr>
            <p:cNvPr id="161" name="Cruz 160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2" name="CuadroTexto 161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3" name="Grupo 162"/>
          <p:cNvGrpSpPr/>
          <p:nvPr/>
        </p:nvGrpSpPr>
        <p:grpSpPr>
          <a:xfrm>
            <a:off x="5359032" y="4418641"/>
            <a:ext cx="488941" cy="480554"/>
            <a:chOff x="11029368" y="1667242"/>
            <a:chExt cx="591014" cy="591014"/>
          </a:xfrm>
        </p:grpSpPr>
        <p:sp>
          <p:nvSpPr>
            <p:cNvPr id="164" name="Elipse 16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5" name="CuadroTexto 164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9" name="Grupo 168"/>
          <p:cNvGrpSpPr/>
          <p:nvPr/>
        </p:nvGrpSpPr>
        <p:grpSpPr>
          <a:xfrm>
            <a:off x="6198297" y="4418641"/>
            <a:ext cx="483558" cy="475264"/>
            <a:chOff x="8728571" y="307084"/>
            <a:chExt cx="584507" cy="584507"/>
          </a:xfrm>
        </p:grpSpPr>
        <p:sp>
          <p:nvSpPr>
            <p:cNvPr id="170" name="Cruz 169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1" name="CuadroTexto 170"/>
            <p:cNvSpPr txBox="1"/>
            <p:nvPr/>
          </p:nvSpPr>
          <p:spPr>
            <a:xfrm>
              <a:off x="8797982" y="36049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72" name="Conector recto de flecha 171"/>
          <p:cNvCxnSpPr>
            <a:stCxn id="155" idx="5"/>
            <a:endCxn id="159" idx="0"/>
          </p:cNvCxnSpPr>
          <p:nvPr/>
        </p:nvCxnSpPr>
        <p:spPr>
          <a:xfrm>
            <a:off x="4450709" y="4087623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de flecha 172"/>
          <p:cNvCxnSpPr>
            <a:stCxn id="158" idx="1"/>
            <a:endCxn id="161" idx="3"/>
          </p:cNvCxnSpPr>
          <p:nvPr/>
        </p:nvCxnSpPr>
        <p:spPr>
          <a:xfrm flipH="1">
            <a:off x="3959273" y="4656273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ector recto de flecha 173"/>
          <p:cNvCxnSpPr>
            <a:stCxn id="161" idx="0"/>
          </p:cNvCxnSpPr>
          <p:nvPr/>
        </p:nvCxnSpPr>
        <p:spPr>
          <a:xfrm flipV="1">
            <a:off x="3717494" y="4054297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ector recto de flecha 175"/>
          <p:cNvCxnSpPr>
            <a:stCxn id="164" idx="2"/>
          </p:cNvCxnSpPr>
          <p:nvPr/>
        </p:nvCxnSpPr>
        <p:spPr>
          <a:xfrm flipH="1" flipV="1">
            <a:off x="5027704" y="4657773"/>
            <a:ext cx="331328" cy="114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recto de flecha 176"/>
          <p:cNvCxnSpPr>
            <a:stCxn id="164" idx="6"/>
            <a:endCxn id="170" idx="1"/>
          </p:cNvCxnSpPr>
          <p:nvPr/>
        </p:nvCxnSpPr>
        <p:spPr>
          <a:xfrm flipV="1">
            <a:off x="5847973" y="4656273"/>
            <a:ext cx="350324" cy="264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130313514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8753382" y="500149"/>
            <a:ext cx="3033132" cy="30331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/>
          <p:cNvSpPr/>
          <p:nvPr/>
        </p:nvSpPr>
        <p:spPr>
          <a:xfrm>
            <a:off x="9349325" y="4468190"/>
            <a:ext cx="591014" cy="591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ruz 31"/>
          <p:cNvSpPr/>
          <p:nvPr/>
        </p:nvSpPr>
        <p:spPr>
          <a:xfrm>
            <a:off x="10835882" y="4490757"/>
            <a:ext cx="584507" cy="584507"/>
          </a:xfrm>
          <a:prstGeom prst="plus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/>
          <p:cNvSpPr/>
          <p:nvPr/>
        </p:nvSpPr>
        <p:spPr>
          <a:xfrm>
            <a:off x="10095753" y="5847351"/>
            <a:ext cx="457977" cy="45797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9843205" y="5127483"/>
            <a:ext cx="194267" cy="612559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10642812" y="5220770"/>
            <a:ext cx="386139" cy="519272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10072984" y="4783010"/>
            <a:ext cx="609772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10769364" y="396423"/>
            <a:ext cx="591014" cy="591014"/>
            <a:chOff x="10307725" y="342457"/>
            <a:chExt cx="591014" cy="591014"/>
          </a:xfrm>
        </p:grpSpPr>
        <p:sp>
          <p:nvSpPr>
            <p:cNvPr id="7" name="Elipse 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431722" y="43981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1491007" y="1721208"/>
            <a:ext cx="591014" cy="591014"/>
            <a:chOff x="11029368" y="1667242"/>
            <a:chExt cx="591014" cy="591014"/>
          </a:xfrm>
        </p:grpSpPr>
        <p:sp>
          <p:nvSpPr>
            <p:cNvPr id="44" name="Elipse 4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1146585" y="174730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0835882" y="3127523"/>
            <a:ext cx="464576" cy="457977"/>
            <a:chOff x="10374243" y="3073557"/>
            <a:chExt cx="464576" cy="457977"/>
          </a:xfrm>
        </p:grpSpPr>
        <p:sp>
          <p:nvSpPr>
            <p:cNvPr id="14" name="Rectángulo 13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10428972" y="308931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9236877" y="3127523"/>
            <a:ext cx="462179" cy="457977"/>
            <a:chOff x="8775238" y="3073557"/>
            <a:chExt cx="462179" cy="457977"/>
          </a:xfrm>
        </p:grpSpPr>
        <p:sp>
          <p:nvSpPr>
            <p:cNvPr id="12" name="Rectángulo 11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8827570" y="309888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457875" y="1686789"/>
            <a:ext cx="584507" cy="584507"/>
            <a:chOff x="7996236" y="1632823"/>
            <a:chExt cx="584507" cy="584507"/>
          </a:xfrm>
        </p:grpSpPr>
        <p:sp>
          <p:nvSpPr>
            <p:cNvPr id="18" name="Cruz 17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8088371" y="1709632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9190210" y="361050"/>
            <a:ext cx="584507" cy="584507"/>
            <a:chOff x="8728571" y="307084"/>
            <a:chExt cx="584507" cy="584507"/>
          </a:xfrm>
        </p:grpSpPr>
        <p:sp>
          <p:nvSpPr>
            <p:cNvPr id="17" name="Cruz 1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8850240" y="394560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765347" y="227574"/>
            <a:ext cx="2640106" cy="2030682"/>
            <a:chOff x="764957" y="227574"/>
            <a:chExt cx="3191261" cy="2497452"/>
          </a:xfrm>
        </p:grpSpPr>
        <p:grpSp>
          <p:nvGrpSpPr>
            <p:cNvPr id="27" name="Grupo 26"/>
            <p:cNvGrpSpPr/>
            <p:nvPr/>
          </p:nvGrpSpPr>
          <p:grpSpPr>
            <a:xfrm>
              <a:off x="2754307" y="234433"/>
              <a:ext cx="591014" cy="591014"/>
              <a:chOff x="10307725" y="342457"/>
              <a:chExt cx="591014" cy="591014"/>
            </a:xfrm>
          </p:grpSpPr>
          <p:sp>
            <p:nvSpPr>
              <p:cNvPr id="37" name="Elipse 36"/>
              <p:cNvSpPr/>
              <p:nvPr/>
            </p:nvSpPr>
            <p:spPr>
              <a:xfrm>
                <a:off x="10307725" y="342457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8" name="CuadroTexto 37"/>
              <p:cNvSpPr txBox="1"/>
              <p:nvPr/>
            </p:nvSpPr>
            <p:spPr>
              <a:xfrm>
                <a:off x="10383641" y="375045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1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39" name="Grupo 38"/>
            <p:cNvGrpSpPr/>
            <p:nvPr/>
          </p:nvGrpSpPr>
          <p:grpSpPr>
            <a:xfrm>
              <a:off x="3498241" y="1209265"/>
              <a:ext cx="457977" cy="457977"/>
              <a:chOff x="10374243" y="3073557"/>
              <a:chExt cx="457977" cy="457977"/>
            </a:xfrm>
          </p:grpSpPr>
          <p:sp>
            <p:nvSpPr>
              <p:cNvPr id="40" name="Rectángulo 39"/>
              <p:cNvSpPr/>
              <p:nvPr/>
            </p:nvSpPr>
            <p:spPr>
              <a:xfrm>
                <a:off x="10374243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1" name="CuadroTexto 40"/>
              <p:cNvSpPr txBox="1"/>
              <p:nvPr/>
            </p:nvSpPr>
            <p:spPr>
              <a:xfrm>
                <a:off x="10396049" y="3073864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3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2790973" y="2140519"/>
              <a:ext cx="584507" cy="584507"/>
              <a:chOff x="7996236" y="1632823"/>
              <a:chExt cx="584507" cy="584507"/>
            </a:xfrm>
          </p:grpSpPr>
          <p:sp>
            <p:nvSpPr>
              <p:cNvPr id="46" name="Cruz 45"/>
              <p:cNvSpPr/>
              <p:nvPr/>
            </p:nvSpPr>
            <p:spPr>
              <a:xfrm>
                <a:off x="7996236" y="1632823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7" name="CuadroTexto 46"/>
              <p:cNvSpPr txBox="1"/>
              <p:nvPr/>
            </p:nvSpPr>
            <p:spPr>
              <a:xfrm>
                <a:off x="8081596" y="1668227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>
                    <a:latin typeface="Arial Black" panose="020B0A04020102020204" pitchFamily="34" charset="0"/>
                  </a:rPr>
                  <a:t>5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48" name="Grupo 47"/>
            <p:cNvGrpSpPr/>
            <p:nvPr/>
          </p:nvGrpSpPr>
          <p:grpSpPr>
            <a:xfrm>
              <a:off x="1478475" y="2132458"/>
              <a:ext cx="591014" cy="591014"/>
              <a:chOff x="11029368" y="1667242"/>
              <a:chExt cx="591014" cy="591014"/>
            </a:xfrm>
          </p:grpSpPr>
          <p:sp>
            <p:nvSpPr>
              <p:cNvPr id="49" name="Elipse 48"/>
              <p:cNvSpPr/>
              <p:nvPr/>
            </p:nvSpPr>
            <p:spPr>
              <a:xfrm>
                <a:off x="11029368" y="1667242"/>
                <a:ext cx="591014" cy="591014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0" name="CuadroTexto 49"/>
              <p:cNvSpPr txBox="1"/>
              <p:nvPr/>
            </p:nvSpPr>
            <p:spPr>
              <a:xfrm>
                <a:off x="11114728" y="1698603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2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1" name="Grupo 50"/>
            <p:cNvGrpSpPr/>
            <p:nvPr/>
          </p:nvGrpSpPr>
          <p:grpSpPr>
            <a:xfrm>
              <a:off x="764957" y="1277998"/>
              <a:ext cx="460235" cy="471905"/>
              <a:chOff x="8772980" y="3059629"/>
              <a:chExt cx="460235" cy="471905"/>
            </a:xfrm>
          </p:grpSpPr>
          <p:sp>
            <p:nvSpPr>
              <p:cNvPr id="52" name="Rectángulo 51"/>
              <p:cNvSpPr/>
              <p:nvPr/>
            </p:nvSpPr>
            <p:spPr>
              <a:xfrm>
                <a:off x="8775238" y="3073557"/>
                <a:ext cx="457977" cy="457977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" name="CuadroTexto 52"/>
              <p:cNvSpPr txBox="1"/>
              <p:nvPr/>
            </p:nvSpPr>
            <p:spPr>
              <a:xfrm>
                <a:off x="8772980" y="3059629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4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54" name="Grupo 53"/>
            <p:cNvGrpSpPr/>
            <p:nvPr/>
          </p:nvGrpSpPr>
          <p:grpSpPr>
            <a:xfrm>
              <a:off x="1522049" y="227574"/>
              <a:ext cx="584507" cy="584507"/>
              <a:chOff x="8728571" y="307084"/>
              <a:chExt cx="584507" cy="584507"/>
            </a:xfrm>
          </p:grpSpPr>
          <p:sp>
            <p:nvSpPr>
              <p:cNvPr id="55" name="Cruz 54"/>
              <p:cNvSpPr/>
              <p:nvPr/>
            </p:nvSpPr>
            <p:spPr>
              <a:xfrm>
                <a:off x="8728571" y="307084"/>
                <a:ext cx="584507" cy="584507"/>
              </a:xfrm>
              <a:prstGeom prst="plus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6" name="CuadroTexto 55"/>
              <p:cNvSpPr txBox="1"/>
              <p:nvPr/>
            </p:nvSpPr>
            <p:spPr>
              <a:xfrm>
                <a:off x="8797982" y="360498"/>
                <a:ext cx="40984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200" b="1" dirty="0" smtClean="0">
                    <a:latin typeface="Arial Black" panose="020B0A04020102020204" pitchFamily="34" charset="0"/>
                  </a:rPr>
                  <a:t>6</a:t>
                </a:r>
                <a:endParaRPr lang="es-CO" sz="2200" b="1" dirty="0">
                  <a:latin typeface="Arial Black" panose="020B0A04020102020204" pitchFamily="34" charset="0"/>
                </a:endParaRPr>
              </a:p>
            </p:txBody>
          </p:sp>
        </p:grpSp>
        <p:cxnSp>
          <p:nvCxnSpPr>
            <p:cNvPr id="9" name="Conector recto de flecha 8"/>
            <p:cNvCxnSpPr>
              <a:stCxn id="55" idx="3"/>
              <a:endCxn id="37" idx="2"/>
            </p:cNvCxnSpPr>
            <p:nvPr/>
          </p:nvCxnSpPr>
          <p:spPr>
            <a:xfrm>
              <a:off x="2106556" y="519828"/>
              <a:ext cx="647751" cy="101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>
              <a:stCxn id="37" idx="6"/>
              <a:endCxn id="41" idx="0"/>
            </p:cNvCxnSpPr>
            <p:nvPr/>
          </p:nvCxnSpPr>
          <p:spPr>
            <a:xfrm>
              <a:off x="3345320" y="529940"/>
              <a:ext cx="379651" cy="6796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/>
            <p:cNvCxnSpPr>
              <a:stCxn id="41" idx="2"/>
              <a:endCxn id="46" idx="3"/>
            </p:cNvCxnSpPr>
            <p:nvPr/>
          </p:nvCxnSpPr>
          <p:spPr>
            <a:xfrm flipH="1">
              <a:off x="3375480" y="1640459"/>
              <a:ext cx="349491" cy="7923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/>
            <p:cNvCxnSpPr>
              <a:stCxn id="46" idx="1"/>
              <a:endCxn id="49" idx="6"/>
            </p:cNvCxnSpPr>
            <p:nvPr/>
          </p:nvCxnSpPr>
          <p:spPr>
            <a:xfrm flipH="1" flipV="1">
              <a:off x="2069489" y="2427965"/>
              <a:ext cx="721484" cy="4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/>
            <p:cNvCxnSpPr>
              <a:stCxn id="49" idx="2"/>
              <a:endCxn id="52" idx="2"/>
            </p:cNvCxnSpPr>
            <p:nvPr/>
          </p:nvCxnSpPr>
          <p:spPr>
            <a:xfrm flipH="1" flipV="1">
              <a:off x="996204" y="1749903"/>
              <a:ext cx="482271" cy="6780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>
              <a:stCxn id="52" idx="0"/>
              <a:endCxn id="55" idx="1"/>
            </p:cNvCxnSpPr>
            <p:nvPr/>
          </p:nvCxnSpPr>
          <p:spPr>
            <a:xfrm flipV="1">
              <a:off x="996204" y="519828"/>
              <a:ext cx="525845" cy="7720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o 114"/>
          <p:cNvGrpSpPr/>
          <p:nvPr/>
        </p:nvGrpSpPr>
        <p:grpSpPr>
          <a:xfrm>
            <a:off x="976365" y="3953026"/>
            <a:ext cx="488941" cy="480554"/>
            <a:chOff x="10307725" y="342457"/>
            <a:chExt cx="591014" cy="591014"/>
          </a:xfrm>
        </p:grpSpPr>
        <p:sp>
          <p:nvSpPr>
            <p:cNvPr id="137" name="Elipse 136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8" name="CuadroTexto 137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6" name="Grupo 115"/>
          <p:cNvGrpSpPr/>
          <p:nvPr/>
        </p:nvGrpSpPr>
        <p:grpSpPr>
          <a:xfrm>
            <a:off x="1591816" y="4745663"/>
            <a:ext cx="378881" cy="372382"/>
            <a:chOff x="10374243" y="3073557"/>
            <a:chExt cx="457977" cy="457977"/>
          </a:xfrm>
        </p:grpSpPr>
        <p:sp>
          <p:nvSpPr>
            <p:cNvPr id="135" name="Rectángulo 134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6" name="CuadroTexto 135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7" name="Grupo 116"/>
          <p:cNvGrpSpPr/>
          <p:nvPr/>
        </p:nvGrpSpPr>
        <p:grpSpPr>
          <a:xfrm>
            <a:off x="418708" y="4694222"/>
            <a:ext cx="483558" cy="475264"/>
            <a:chOff x="7996236" y="1632823"/>
            <a:chExt cx="584507" cy="584507"/>
          </a:xfrm>
        </p:grpSpPr>
        <p:sp>
          <p:nvSpPr>
            <p:cNvPr id="133" name="Cruz 132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4" name="CuadroTexto 133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8" name="Grupo 117"/>
          <p:cNvGrpSpPr/>
          <p:nvPr/>
        </p:nvGrpSpPr>
        <p:grpSpPr>
          <a:xfrm>
            <a:off x="2302025" y="4694222"/>
            <a:ext cx="488941" cy="480554"/>
            <a:chOff x="11029368" y="1667242"/>
            <a:chExt cx="591014" cy="591014"/>
          </a:xfrm>
        </p:grpSpPr>
        <p:sp>
          <p:nvSpPr>
            <p:cNvPr id="131" name="Elipse 130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2" name="CuadroTexto 131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9" name="Grupo 118"/>
          <p:cNvGrpSpPr/>
          <p:nvPr/>
        </p:nvGrpSpPr>
        <p:grpSpPr>
          <a:xfrm>
            <a:off x="489326" y="5534459"/>
            <a:ext cx="380749" cy="383707"/>
            <a:chOff x="8772980" y="3059629"/>
            <a:chExt cx="460235" cy="471905"/>
          </a:xfrm>
        </p:grpSpPr>
        <p:sp>
          <p:nvSpPr>
            <p:cNvPr id="129" name="Rectángulo 128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0" name="CuadroTexto 129"/>
            <p:cNvSpPr txBox="1"/>
            <p:nvPr/>
          </p:nvSpPr>
          <p:spPr>
            <a:xfrm>
              <a:off x="8772980" y="3059629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20" name="Grupo 119"/>
          <p:cNvGrpSpPr/>
          <p:nvPr/>
        </p:nvGrpSpPr>
        <p:grpSpPr>
          <a:xfrm>
            <a:off x="976365" y="3195369"/>
            <a:ext cx="483558" cy="475264"/>
            <a:chOff x="8728571" y="307084"/>
            <a:chExt cx="584507" cy="584507"/>
          </a:xfrm>
        </p:grpSpPr>
        <p:sp>
          <p:nvSpPr>
            <p:cNvPr id="127" name="Cruz 126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8" name="CuadroTexto 127"/>
            <p:cNvSpPr txBox="1"/>
            <p:nvPr/>
          </p:nvSpPr>
          <p:spPr>
            <a:xfrm>
              <a:off x="8797982" y="36049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22" name="Conector recto de flecha 121"/>
          <p:cNvCxnSpPr>
            <a:stCxn id="137" idx="5"/>
            <a:endCxn id="136" idx="0"/>
          </p:cNvCxnSpPr>
          <p:nvPr/>
        </p:nvCxnSpPr>
        <p:spPr>
          <a:xfrm>
            <a:off x="1393702" y="4363204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stCxn id="135" idx="1"/>
            <a:endCxn id="133" idx="3"/>
          </p:cNvCxnSpPr>
          <p:nvPr/>
        </p:nvCxnSpPr>
        <p:spPr>
          <a:xfrm flipH="1">
            <a:off x="902266" y="4931854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de flecha 140"/>
          <p:cNvCxnSpPr>
            <a:stCxn id="133" idx="0"/>
          </p:cNvCxnSpPr>
          <p:nvPr/>
        </p:nvCxnSpPr>
        <p:spPr>
          <a:xfrm flipV="1">
            <a:off x="660487" y="4329878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recto de flecha 144"/>
          <p:cNvCxnSpPr>
            <a:stCxn id="130" idx="0"/>
            <a:endCxn id="133" idx="2"/>
          </p:cNvCxnSpPr>
          <p:nvPr/>
        </p:nvCxnSpPr>
        <p:spPr>
          <a:xfrm flipV="1">
            <a:off x="658858" y="5169486"/>
            <a:ext cx="1629" cy="36497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de flecha 148"/>
          <p:cNvCxnSpPr>
            <a:stCxn id="131" idx="2"/>
          </p:cNvCxnSpPr>
          <p:nvPr/>
        </p:nvCxnSpPr>
        <p:spPr>
          <a:xfrm flipH="1" flipV="1">
            <a:off x="1970697" y="4933354"/>
            <a:ext cx="331328" cy="114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de flecha 150"/>
          <p:cNvCxnSpPr>
            <a:stCxn id="137" idx="0"/>
            <a:endCxn id="127" idx="2"/>
          </p:cNvCxnSpPr>
          <p:nvPr/>
        </p:nvCxnSpPr>
        <p:spPr>
          <a:xfrm flipH="1" flipV="1">
            <a:off x="1218144" y="3670633"/>
            <a:ext cx="2692" cy="282393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upo 153"/>
          <p:cNvGrpSpPr/>
          <p:nvPr/>
        </p:nvGrpSpPr>
        <p:grpSpPr>
          <a:xfrm>
            <a:off x="4033372" y="3677445"/>
            <a:ext cx="488941" cy="480554"/>
            <a:chOff x="10307725" y="342457"/>
            <a:chExt cx="591014" cy="591014"/>
          </a:xfrm>
        </p:grpSpPr>
        <p:sp>
          <p:nvSpPr>
            <p:cNvPr id="155" name="Elipse 154"/>
            <p:cNvSpPr/>
            <p:nvPr/>
          </p:nvSpPr>
          <p:spPr>
            <a:xfrm>
              <a:off x="10307725" y="342457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6" name="CuadroTexto 155"/>
            <p:cNvSpPr txBox="1"/>
            <p:nvPr/>
          </p:nvSpPr>
          <p:spPr>
            <a:xfrm>
              <a:off x="10383641" y="375045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1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57" name="Grupo 156"/>
          <p:cNvGrpSpPr/>
          <p:nvPr/>
        </p:nvGrpSpPr>
        <p:grpSpPr>
          <a:xfrm>
            <a:off x="4648823" y="4470082"/>
            <a:ext cx="378881" cy="372382"/>
            <a:chOff x="10374243" y="3073557"/>
            <a:chExt cx="457977" cy="457977"/>
          </a:xfrm>
        </p:grpSpPr>
        <p:sp>
          <p:nvSpPr>
            <p:cNvPr id="158" name="Rectángulo 157"/>
            <p:cNvSpPr/>
            <p:nvPr/>
          </p:nvSpPr>
          <p:spPr>
            <a:xfrm>
              <a:off x="10374243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9" name="CuadroTexto 158"/>
            <p:cNvSpPr txBox="1"/>
            <p:nvPr/>
          </p:nvSpPr>
          <p:spPr>
            <a:xfrm>
              <a:off x="10396049" y="3073864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3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0" name="Grupo 159"/>
          <p:cNvGrpSpPr/>
          <p:nvPr/>
        </p:nvGrpSpPr>
        <p:grpSpPr>
          <a:xfrm>
            <a:off x="3475715" y="4418641"/>
            <a:ext cx="483558" cy="475264"/>
            <a:chOff x="7996236" y="1632823"/>
            <a:chExt cx="584507" cy="584507"/>
          </a:xfrm>
        </p:grpSpPr>
        <p:sp>
          <p:nvSpPr>
            <p:cNvPr id="161" name="Cruz 160"/>
            <p:cNvSpPr/>
            <p:nvPr/>
          </p:nvSpPr>
          <p:spPr>
            <a:xfrm>
              <a:off x="7996236" y="1632823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2" name="CuadroTexto 161"/>
            <p:cNvSpPr txBox="1"/>
            <p:nvPr/>
          </p:nvSpPr>
          <p:spPr>
            <a:xfrm>
              <a:off x="8081596" y="1668227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>
                  <a:latin typeface="Arial Black" panose="020B0A04020102020204" pitchFamily="34" charset="0"/>
                </a:rPr>
                <a:t>5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3" name="Grupo 162"/>
          <p:cNvGrpSpPr/>
          <p:nvPr/>
        </p:nvGrpSpPr>
        <p:grpSpPr>
          <a:xfrm>
            <a:off x="5359032" y="4418641"/>
            <a:ext cx="488941" cy="480554"/>
            <a:chOff x="11029368" y="1667242"/>
            <a:chExt cx="591014" cy="591014"/>
          </a:xfrm>
        </p:grpSpPr>
        <p:sp>
          <p:nvSpPr>
            <p:cNvPr id="164" name="Elipse 163"/>
            <p:cNvSpPr/>
            <p:nvPr/>
          </p:nvSpPr>
          <p:spPr>
            <a:xfrm>
              <a:off x="11029368" y="1667242"/>
              <a:ext cx="591014" cy="59101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5" name="CuadroTexto 164"/>
            <p:cNvSpPr txBox="1"/>
            <p:nvPr/>
          </p:nvSpPr>
          <p:spPr>
            <a:xfrm>
              <a:off x="11114728" y="1698603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2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6" name="Grupo 165"/>
          <p:cNvGrpSpPr/>
          <p:nvPr/>
        </p:nvGrpSpPr>
        <p:grpSpPr>
          <a:xfrm>
            <a:off x="7141975" y="4480024"/>
            <a:ext cx="380749" cy="383707"/>
            <a:chOff x="8772980" y="3059629"/>
            <a:chExt cx="460235" cy="471905"/>
          </a:xfrm>
        </p:grpSpPr>
        <p:sp>
          <p:nvSpPr>
            <p:cNvPr id="167" name="Rectángulo 166"/>
            <p:cNvSpPr/>
            <p:nvPr/>
          </p:nvSpPr>
          <p:spPr>
            <a:xfrm>
              <a:off x="8775238" y="3073557"/>
              <a:ext cx="457977" cy="45797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8" name="CuadroTexto 167"/>
            <p:cNvSpPr txBox="1"/>
            <p:nvPr/>
          </p:nvSpPr>
          <p:spPr>
            <a:xfrm>
              <a:off x="8772980" y="3059629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4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9" name="Grupo 168"/>
          <p:cNvGrpSpPr/>
          <p:nvPr/>
        </p:nvGrpSpPr>
        <p:grpSpPr>
          <a:xfrm>
            <a:off x="6198297" y="4418641"/>
            <a:ext cx="483558" cy="475264"/>
            <a:chOff x="8728571" y="307084"/>
            <a:chExt cx="584507" cy="584507"/>
          </a:xfrm>
        </p:grpSpPr>
        <p:sp>
          <p:nvSpPr>
            <p:cNvPr id="170" name="Cruz 169"/>
            <p:cNvSpPr/>
            <p:nvPr/>
          </p:nvSpPr>
          <p:spPr>
            <a:xfrm>
              <a:off x="8728571" y="307084"/>
              <a:ext cx="584507" cy="584507"/>
            </a:xfrm>
            <a:prstGeom prst="plus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1" name="CuadroTexto 170"/>
            <p:cNvSpPr txBox="1"/>
            <p:nvPr/>
          </p:nvSpPr>
          <p:spPr>
            <a:xfrm>
              <a:off x="8797982" y="360498"/>
              <a:ext cx="4098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00" b="1" dirty="0" smtClean="0">
                  <a:latin typeface="Arial Black" panose="020B0A04020102020204" pitchFamily="34" charset="0"/>
                </a:rPr>
                <a:t>6</a:t>
              </a:r>
              <a:endParaRPr lang="es-CO" sz="2200" b="1" dirty="0">
                <a:latin typeface="Arial Black" panose="020B0A04020102020204" pitchFamily="34" charset="0"/>
              </a:endParaRPr>
            </a:p>
          </p:txBody>
        </p:sp>
      </p:grpSp>
      <p:cxnSp>
        <p:nvCxnSpPr>
          <p:cNvPr id="172" name="Conector recto de flecha 171"/>
          <p:cNvCxnSpPr>
            <a:stCxn id="155" idx="5"/>
            <a:endCxn id="159" idx="0"/>
          </p:cNvCxnSpPr>
          <p:nvPr/>
        </p:nvCxnSpPr>
        <p:spPr>
          <a:xfrm>
            <a:off x="4450709" y="4087623"/>
            <a:ext cx="385686" cy="3827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de flecha 172"/>
          <p:cNvCxnSpPr>
            <a:stCxn id="158" idx="1"/>
            <a:endCxn id="161" idx="3"/>
          </p:cNvCxnSpPr>
          <p:nvPr/>
        </p:nvCxnSpPr>
        <p:spPr>
          <a:xfrm flipH="1">
            <a:off x="3959273" y="4656273"/>
            <a:ext cx="6895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ector recto de flecha 173"/>
          <p:cNvCxnSpPr>
            <a:stCxn id="161" idx="0"/>
          </p:cNvCxnSpPr>
          <p:nvPr/>
        </p:nvCxnSpPr>
        <p:spPr>
          <a:xfrm flipV="1">
            <a:off x="3717494" y="4054297"/>
            <a:ext cx="340522" cy="3643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ector recto de flecha 174"/>
          <p:cNvCxnSpPr>
            <a:stCxn id="168" idx="1"/>
            <a:endCxn id="170" idx="3"/>
          </p:cNvCxnSpPr>
          <p:nvPr/>
        </p:nvCxnSpPr>
        <p:spPr>
          <a:xfrm flipH="1">
            <a:off x="6681855" y="4655202"/>
            <a:ext cx="460120" cy="107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ector recto de flecha 175"/>
          <p:cNvCxnSpPr>
            <a:stCxn id="164" idx="2"/>
          </p:cNvCxnSpPr>
          <p:nvPr/>
        </p:nvCxnSpPr>
        <p:spPr>
          <a:xfrm flipH="1" flipV="1">
            <a:off x="5027704" y="4657773"/>
            <a:ext cx="331328" cy="114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recto de flecha 176"/>
          <p:cNvCxnSpPr>
            <a:stCxn id="164" idx="6"/>
            <a:endCxn id="170" idx="1"/>
          </p:cNvCxnSpPr>
          <p:nvPr/>
        </p:nvCxnSpPr>
        <p:spPr>
          <a:xfrm flipV="1">
            <a:off x="5847973" y="4656273"/>
            <a:ext cx="350324" cy="264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/>
          <p:cNvCxnSpPr/>
          <p:nvPr/>
        </p:nvCxnSpPr>
        <p:spPr>
          <a:xfrm>
            <a:off x="7989903" y="0"/>
            <a:ext cx="0" cy="685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3922949" y="2641359"/>
            <a:ext cx="1220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 smtClean="0"/>
              <a:t>grafos</a:t>
            </a:r>
            <a:endParaRPr lang="es-CO" sz="3000" dirty="0"/>
          </a:p>
        </p:txBody>
      </p:sp>
    </p:spTree>
    <p:extLst>
      <p:ext uri="{BB962C8B-B14F-4D97-AF65-F5344CB8AC3E}">
        <p14:creationId xmlns:p14="http://schemas.microsoft.com/office/powerpoint/2010/main" val="794586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1340</Words>
  <Application>Microsoft Office PowerPoint</Application>
  <PresentationFormat>Panorámica</PresentationFormat>
  <Paragraphs>483</Paragraphs>
  <Slides>95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95</vt:i4>
      </vt:variant>
    </vt:vector>
  </HeadingPairs>
  <TitlesOfParts>
    <vt:vector size="100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German Dario Obando Bravo</dc:creator>
  <cp:lastModifiedBy>German Dario Obando Bravo</cp:lastModifiedBy>
  <cp:revision>31</cp:revision>
  <dcterms:created xsi:type="dcterms:W3CDTF">2026-02-03T20:20:51Z</dcterms:created>
  <dcterms:modified xsi:type="dcterms:W3CDTF">2026-02-04T04:57:28Z</dcterms:modified>
</cp:coreProperties>
</file>